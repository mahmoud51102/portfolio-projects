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73914" cy="10287000"/>
          </a:xfrm>
          <a:custGeom>
            <a:avLst/>
            <a:gdLst/>
            <a:ahLst/>
            <a:cxnLst/>
            <a:rect l="l" t="t" r="r" b="b"/>
            <a:pathLst>
              <a:path w="18273914" h="10287000">
                <a:moveTo>
                  <a:pt x="0" y="0"/>
                </a:moveTo>
                <a:lnTo>
                  <a:pt x="18273914" y="0"/>
                </a:lnTo>
                <a:lnTo>
                  <a:pt x="18273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5319859" y="4710716"/>
            <a:ext cx="3570580" cy="764635"/>
            <a:chOff x="0" y="0"/>
            <a:chExt cx="940400" cy="2013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40400" cy="201385"/>
            </a:xfrm>
            <a:custGeom>
              <a:avLst/>
              <a:gdLst/>
              <a:ahLst/>
              <a:cxnLst/>
              <a:rect l="l" t="t" r="r" b="b"/>
              <a:pathLst>
                <a:path w="940400" h="201385">
                  <a:moveTo>
                    <a:pt x="0" y="0"/>
                  </a:moveTo>
                  <a:lnTo>
                    <a:pt x="940400" y="0"/>
                  </a:lnTo>
                  <a:lnTo>
                    <a:pt x="940400" y="201385"/>
                  </a:lnTo>
                  <a:lnTo>
                    <a:pt x="0" y="2013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40400" cy="239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189049" y="4850794"/>
            <a:ext cx="3539720" cy="867231"/>
          </a:xfrm>
          <a:custGeom>
            <a:avLst/>
            <a:gdLst/>
            <a:ahLst/>
            <a:cxnLst/>
            <a:rect l="l" t="t" r="r" b="b"/>
            <a:pathLst>
              <a:path w="3539720" h="867231">
                <a:moveTo>
                  <a:pt x="0" y="0"/>
                </a:moveTo>
                <a:lnTo>
                  <a:pt x="3539720" y="0"/>
                </a:lnTo>
                <a:lnTo>
                  <a:pt x="3539720" y="867231"/>
                </a:lnTo>
                <a:lnTo>
                  <a:pt x="0" y="867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66630"/>
          </a:xfrm>
          <a:custGeom>
            <a:avLst/>
            <a:gdLst/>
            <a:ahLst/>
            <a:cxnLst/>
            <a:rect l="l" t="t" r="r" b="b"/>
            <a:pathLst>
              <a:path w="18288000" h="10266630">
                <a:moveTo>
                  <a:pt x="0" y="0"/>
                </a:moveTo>
                <a:lnTo>
                  <a:pt x="18288000" y="0"/>
                </a:lnTo>
                <a:lnTo>
                  <a:pt x="18288000" y="10266630"/>
                </a:lnTo>
                <a:lnTo>
                  <a:pt x="0" y="10266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02844"/>
          </a:xfrm>
          <a:custGeom>
            <a:avLst/>
            <a:gdLst/>
            <a:ahLst/>
            <a:cxnLst/>
            <a:rect l="l" t="t" r="r" b="b"/>
            <a:pathLst>
              <a:path w="18288000" h="10302844">
                <a:moveTo>
                  <a:pt x="0" y="0"/>
                </a:moveTo>
                <a:lnTo>
                  <a:pt x="18288000" y="0"/>
                </a:lnTo>
                <a:lnTo>
                  <a:pt x="18288000" y="10302844"/>
                </a:lnTo>
                <a:lnTo>
                  <a:pt x="0" y="10302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6208071" y="4044556"/>
            <a:ext cx="2621807" cy="885755"/>
            <a:chOff x="0" y="0"/>
            <a:chExt cx="690517" cy="2332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0517" cy="233285"/>
            </a:xfrm>
            <a:custGeom>
              <a:avLst/>
              <a:gdLst/>
              <a:ahLst/>
              <a:cxnLst/>
              <a:rect l="l" t="t" r="r" b="b"/>
              <a:pathLst>
                <a:path w="690517" h="233285">
                  <a:moveTo>
                    <a:pt x="116643" y="0"/>
                  </a:moveTo>
                  <a:lnTo>
                    <a:pt x="573874" y="0"/>
                  </a:lnTo>
                  <a:cubicBezTo>
                    <a:pt x="638294" y="0"/>
                    <a:pt x="690517" y="52223"/>
                    <a:pt x="690517" y="116643"/>
                  </a:cubicBezTo>
                  <a:lnTo>
                    <a:pt x="690517" y="116643"/>
                  </a:lnTo>
                  <a:cubicBezTo>
                    <a:pt x="690517" y="181063"/>
                    <a:pt x="638294" y="233285"/>
                    <a:pt x="573874" y="233285"/>
                  </a:cubicBezTo>
                  <a:lnTo>
                    <a:pt x="116643" y="233285"/>
                  </a:lnTo>
                  <a:cubicBezTo>
                    <a:pt x="52223" y="233285"/>
                    <a:pt x="0" y="181063"/>
                    <a:pt x="0" y="116643"/>
                  </a:cubicBezTo>
                  <a:lnTo>
                    <a:pt x="0" y="116643"/>
                  </a:lnTo>
                  <a:cubicBezTo>
                    <a:pt x="0" y="52223"/>
                    <a:pt x="52223" y="0"/>
                    <a:pt x="11664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90517" cy="27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255696" y="4025506"/>
            <a:ext cx="2639243" cy="838976"/>
          </a:xfrm>
          <a:custGeom>
            <a:avLst/>
            <a:gdLst/>
            <a:ahLst/>
            <a:cxnLst/>
            <a:rect l="l" t="t" r="r" b="b"/>
            <a:pathLst>
              <a:path w="2639243" h="838976">
                <a:moveTo>
                  <a:pt x="0" y="0"/>
                </a:moveTo>
                <a:lnTo>
                  <a:pt x="2639243" y="0"/>
                </a:lnTo>
                <a:lnTo>
                  <a:pt x="2639243" y="838977"/>
                </a:lnTo>
                <a:lnTo>
                  <a:pt x="0" y="838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369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92025" cy="10287000"/>
          </a:xfrm>
          <a:custGeom>
            <a:avLst/>
            <a:gdLst/>
            <a:ahLst/>
            <a:cxnLst/>
            <a:rect l="l" t="t" r="r" b="b"/>
            <a:pathLst>
              <a:path w="18292025" h="10287000">
                <a:moveTo>
                  <a:pt x="0" y="0"/>
                </a:moveTo>
                <a:lnTo>
                  <a:pt x="18292025" y="0"/>
                </a:lnTo>
                <a:lnTo>
                  <a:pt x="182920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13055"/>
          </a:xfrm>
          <a:custGeom>
            <a:avLst/>
            <a:gdLst/>
            <a:ahLst/>
            <a:cxnLst/>
            <a:rect l="l" t="t" r="r" b="b"/>
            <a:pathLst>
              <a:path w="18288000" h="10313055">
                <a:moveTo>
                  <a:pt x="0" y="0"/>
                </a:moveTo>
                <a:lnTo>
                  <a:pt x="18288000" y="0"/>
                </a:lnTo>
                <a:lnTo>
                  <a:pt x="18288000" y="10313055"/>
                </a:lnTo>
                <a:lnTo>
                  <a:pt x="0" y="10313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58680"/>
          </a:xfrm>
          <a:custGeom>
            <a:avLst/>
            <a:gdLst/>
            <a:ahLst/>
            <a:cxnLst/>
            <a:rect l="l" t="t" r="r" b="b"/>
            <a:pathLst>
              <a:path w="18288000" h="10258680">
                <a:moveTo>
                  <a:pt x="0" y="0"/>
                </a:moveTo>
                <a:lnTo>
                  <a:pt x="18288000" y="0"/>
                </a:lnTo>
                <a:lnTo>
                  <a:pt x="18288000" y="10258680"/>
                </a:lnTo>
                <a:lnTo>
                  <a:pt x="0" y="10258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61988"/>
          </a:xfrm>
          <a:custGeom>
            <a:avLst/>
            <a:gdLst/>
            <a:ahLst/>
            <a:cxnLst/>
            <a:rect l="l" t="t" r="r" b="b"/>
            <a:pathLst>
              <a:path w="18288000" h="10361988">
                <a:moveTo>
                  <a:pt x="0" y="0"/>
                </a:moveTo>
                <a:lnTo>
                  <a:pt x="18288000" y="0"/>
                </a:lnTo>
                <a:lnTo>
                  <a:pt x="18288000" y="10361988"/>
                </a:lnTo>
                <a:lnTo>
                  <a:pt x="0" y="10361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35904"/>
          </a:xfrm>
          <a:custGeom>
            <a:avLst/>
            <a:gdLst/>
            <a:ahLst/>
            <a:cxnLst/>
            <a:rect l="l" t="t" r="r" b="b"/>
            <a:pathLst>
              <a:path w="18288000" h="10335904">
                <a:moveTo>
                  <a:pt x="0" y="0"/>
                </a:moveTo>
                <a:lnTo>
                  <a:pt x="18288000" y="0"/>
                </a:lnTo>
                <a:lnTo>
                  <a:pt x="18288000" y="10335904"/>
                </a:lnTo>
                <a:lnTo>
                  <a:pt x="0" y="1033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05143"/>
          </a:xfrm>
          <a:custGeom>
            <a:avLst/>
            <a:gdLst/>
            <a:ahLst/>
            <a:cxnLst/>
            <a:rect l="l" t="t" r="r" b="b"/>
            <a:pathLst>
              <a:path w="18288000" h="10305143">
                <a:moveTo>
                  <a:pt x="0" y="0"/>
                </a:moveTo>
                <a:lnTo>
                  <a:pt x="18288000" y="0"/>
                </a:lnTo>
                <a:lnTo>
                  <a:pt x="18288000" y="10305143"/>
                </a:lnTo>
                <a:lnTo>
                  <a:pt x="0" y="10305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73914" cy="10287000"/>
          </a:xfrm>
          <a:custGeom>
            <a:avLst/>
            <a:gdLst/>
            <a:ahLst/>
            <a:cxnLst/>
            <a:rect l="l" t="t" r="r" b="b"/>
            <a:pathLst>
              <a:path w="18273914" h="10287000">
                <a:moveTo>
                  <a:pt x="0" y="0"/>
                </a:moveTo>
                <a:lnTo>
                  <a:pt x="18273914" y="0"/>
                </a:lnTo>
                <a:lnTo>
                  <a:pt x="18273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4737"/>
          </a:xfrm>
          <a:custGeom>
            <a:avLst/>
            <a:gdLst/>
            <a:ahLst/>
            <a:cxnLst/>
            <a:rect l="l" t="t" r="r" b="b"/>
            <a:pathLst>
              <a:path w="18288000" h="10284737">
                <a:moveTo>
                  <a:pt x="0" y="0"/>
                </a:moveTo>
                <a:lnTo>
                  <a:pt x="18288000" y="0"/>
                </a:lnTo>
                <a:lnTo>
                  <a:pt x="18288000" y="10284737"/>
                </a:lnTo>
                <a:lnTo>
                  <a:pt x="0" y="10284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3961" cy="10287000"/>
          </a:xfrm>
          <a:custGeom>
            <a:avLst/>
            <a:gdLst/>
            <a:ahLst/>
            <a:cxnLst/>
            <a:rect l="l" t="t" r="r" b="b"/>
            <a:pathLst>
              <a:path w="18283961" h="10287000">
                <a:moveTo>
                  <a:pt x="0" y="0"/>
                </a:moveTo>
                <a:lnTo>
                  <a:pt x="18283961" y="0"/>
                </a:lnTo>
                <a:lnTo>
                  <a:pt x="182839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23286"/>
          </a:xfrm>
          <a:custGeom>
            <a:avLst/>
            <a:gdLst/>
            <a:ahLst/>
            <a:cxnLst/>
            <a:rect l="l" t="t" r="r" b="b"/>
            <a:pathLst>
              <a:path w="18288000" h="10323286">
                <a:moveTo>
                  <a:pt x="0" y="0"/>
                </a:moveTo>
                <a:lnTo>
                  <a:pt x="18288000" y="0"/>
                </a:lnTo>
                <a:lnTo>
                  <a:pt x="18288000" y="10323286"/>
                </a:lnTo>
                <a:lnTo>
                  <a:pt x="0" y="1032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13055"/>
          </a:xfrm>
          <a:custGeom>
            <a:avLst/>
            <a:gdLst/>
            <a:ahLst/>
            <a:cxnLst/>
            <a:rect l="l" t="t" r="r" b="b"/>
            <a:pathLst>
              <a:path w="18288000" h="10313055">
                <a:moveTo>
                  <a:pt x="0" y="0"/>
                </a:moveTo>
                <a:lnTo>
                  <a:pt x="18288000" y="0"/>
                </a:lnTo>
                <a:lnTo>
                  <a:pt x="18288000" y="10313055"/>
                </a:lnTo>
                <a:lnTo>
                  <a:pt x="0" y="10313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Subtitle</dc:title>
  <dc:creator>Mahmoud Nweija</dc:creator>
  <cp:lastModifiedBy>Mahmoud Ebraheem</cp:lastModifiedBy>
  <cp:revision>2</cp:revision>
  <dcterms:created xsi:type="dcterms:W3CDTF">2006-08-16T00:00:00Z</dcterms:created>
  <dcterms:modified xsi:type="dcterms:W3CDTF">2026-03-08T13:36:04Z</dcterms:modified>
  <dc:identifier>DAHA1oPx00Y</dc:identifier>
</cp:coreProperties>
</file>