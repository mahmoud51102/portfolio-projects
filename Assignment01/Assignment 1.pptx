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aleway"/>
      <p:regular r:id="rId39"/>
      <p:bold r:id="rId40"/>
      <p:italic r:id="rId41"/>
      <p:boldItalic r:id="rId42"/>
    </p:embeddedFont>
    <p:embeddedFont>
      <p:font typeface="Barlow Condensed"/>
      <p:regular r:id="rId43"/>
      <p:bold r:id="rId44"/>
      <p:italic r:id="rId45"/>
      <p:boldItalic r:id="rId46"/>
    </p:embeddedFont>
    <p:embeddedFont>
      <p:font typeface="Cairo"/>
      <p:regular r:id="rId47"/>
      <p:bold r:id="rId48"/>
    </p:embeddedFont>
    <p:embeddedFont>
      <p:font typeface="Actor"/>
      <p:regular r:id="rId49"/>
    </p:embeddedFont>
    <p:embeddedFont>
      <p:font typeface="Saira Condensed"/>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E39188-A799-4B50-A397-AC289C566CBF}">
  <a:tblStyle styleId="{5CE39188-A799-4B50-A397-AC289C566CBF}"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42" Type="http://schemas.openxmlformats.org/officeDocument/2006/relationships/font" Target="fonts/Raleway-boldItalic.fntdata"/><Relationship Id="rId41" Type="http://schemas.openxmlformats.org/officeDocument/2006/relationships/font" Target="fonts/Raleway-italic.fntdata"/><Relationship Id="rId44" Type="http://schemas.openxmlformats.org/officeDocument/2006/relationships/font" Target="fonts/BarlowCondensed-bold.fntdata"/><Relationship Id="rId43" Type="http://schemas.openxmlformats.org/officeDocument/2006/relationships/font" Target="fonts/BarlowCondensed-regular.fntdata"/><Relationship Id="rId46" Type="http://schemas.openxmlformats.org/officeDocument/2006/relationships/font" Target="fonts/BarlowCondensed-boldItalic.fntdata"/><Relationship Id="rId45" Type="http://schemas.openxmlformats.org/officeDocument/2006/relationships/font" Target="fonts/BarlowCondense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airo-bold.fntdata"/><Relationship Id="rId47" Type="http://schemas.openxmlformats.org/officeDocument/2006/relationships/font" Target="fonts/Cairo-regular.fntdata"/><Relationship Id="rId49" Type="http://schemas.openxmlformats.org/officeDocument/2006/relationships/font" Target="fonts/Actor-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Raleway-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SairaCondensed-bold.fntdata"/><Relationship Id="rId50" Type="http://schemas.openxmlformats.org/officeDocument/2006/relationships/font" Target="fonts/SairaCondensed-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25d80b41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25d80b41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ff18b49f31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ff18b49f31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3376c313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3376c313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c1f82004ee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c1f82004e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1f82004ee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1f82004ee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10860aa5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10860aa5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c1f82004ee_1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c1f82004ee_1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c1f82004ee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c1f82004ee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c20dd2da2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c20dd2da2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c20dd2da2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c20dd2da2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c20dd2da2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c20dd2da2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c20dd2da2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c20dd2da2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c20dd2da2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c20dd2da2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c20dd2da2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c20dd2da2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c20dd2da2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c20dd2da2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c20dd2da2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c20dd2da2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20dd2da2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c20dd2da2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20dd2da2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c20dd2da2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c20dd2da2d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c20dd2da2d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c20dd2da2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c20dd2da2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c20dd2da2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c20dd2da2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c20dd2da2d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c20dd2da2d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c20dd2da2d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c20dd2da2d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20dd2da2d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c20dd2da2d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c20dd2da2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c20dd2da2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c20dd2da2d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c20dd2da2d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200">
                <a:solidFill>
                  <a:srgbClr val="1F1F1F"/>
                </a:solidFill>
                <a:highlight>
                  <a:srgbClr val="FFFFFF"/>
                </a:highlight>
              </a:rPr>
              <a:t>The key impressions and findings for each numeric variable:</a:t>
            </a:r>
            <a:endParaRPr b="1"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age</a:t>
            </a:r>
            <a:r>
              <a:rPr lang="en" sz="1200">
                <a:solidFill>
                  <a:srgbClr val="1F1F1F"/>
                </a:solidFill>
                <a:highlight>
                  <a:srgbClr val="FFFFFF"/>
                </a:highlight>
              </a:rPr>
              <a:t>: The average age is around 40.9 years, with a standard deviation of 10.6. Ages range from 18 to 95. The median (39) is close to the mean, suggesting a relatively symmetrical distribution with a slight right skew, as 75% of the data is below 48.</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balance</a:t>
            </a:r>
            <a:r>
              <a:rPr lang="en" sz="1200">
                <a:solidFill>
                  <a:srgbClr val="1F1F1F"/>
                </a:solidFill>
                <a:highlight>
                  <a:srgbClr val="FFFFFF"/>
                </a:highlight>
              </a:rPr>
              <a:t>: This variable shows a wide range from -8019 to 102127, indicating that some clients have negative balances (overdrafts) and a few have extremely high balances. The mean balance is 1362, but the median is much lower at 448.5, and the standard deviation is very high (3044.78). This confirms a strong right-skewed distribution, with most clients having lower balances and a few outliers with very large balances.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day</a:t>
            </a:r>
            <a:r>
              <a:rPr lang="en" sz="1200">
                <a:solidFill>
                  <a:srgbClr val="1F1F1F"/>
                </a:solidFill>
                <a:highlight>
                  <a:srgbClr val="FFFFFF"/>
                </a:highlight>
              </a:rPr>
              <a:t>: The average day of contact is around the 15th or 16th of the month. The distribution seems fairly uniform across the month, with a range from day 1 to 31.</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duration</a:t>
            </a:r>
            <a:r>
              <a:rPr lang="en" sz="1200">
                <a:solidFill>
                  <a:srgbClr val="1F1F1F"/>
                </a:solidFill>
                <a:highlight>
                  <a:srgbClr val="FFFFFF"/>
                </a:highlight>
              </a:rPr>
              <a:t>: The average contact duration is about 258 seconds (around 4.3 minutes), but the standard deviation is almost as large as the mean (257.5), and the median is 180 seconds. The maximum duration is 4918 seconds (over 81 minutes). This suggests a heavily right-skewed distribution, with most contacts being short and a few being very long.</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campaign</a:t>
            </a:r>
            <a:r>
              <a:rPr lang="en" sz="1200">
                <a:solidFill>
                  <a:srgbClr val="1F1F1F"/>
                </a:solidFill>
                <a:highlight>
                  <a:srgbClr val="FFFFFF"/>
                </a:highlight>
              </a:rPr>
              <a:t>: On average, clients are contacted 2.76 times. The minimum is 1 contact and the maximum is 63. The median is 2. The distribution is highly right-skewed, indicating that most clients are contacted only a few times, while a small number are contacted many times.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pdays</a:t>
            </a:r>
            <a:r>
              <a:rPr lang="en" sz="1200">
                <a:solidFill>
                  <a:srgbClr val="1F1F1F"/>
                </a:solidFill>
                <a:highlight>
                  <a:srgbClr val="FFFFFF"/>
                </a:highlight>
              </a:rPr>
              <a:t>: The mean pdays is about 40.2, but the median is -1. The value -1 typically signifies that the client was not previously contacted. A large portion of the data is concentrated at -1, with the remaining positive values ranging up to 871. This variable is heavily skewed towards -1, with a long tail for clients who were contacted in previous campaigns.</a:t>
            </a:r>
            <a:endParaRPr sz="1200">
              <a:solidFill>
                <a:srgbClr val="1F1F1F"/>
              </a:solidFill>
              <a:highlight>
                <a:srgbClr val="FFFFFF"/>
              </a:highlight>
            </a:endParaRPr>
          </a:p>
          <a:p>
            <a:pPr indent="0" lvl="0" marL="0" rtl="0" algn="l">
              <a:lnSpc>
                <a:spcPct val="115000"/>
              </a:lnSpc>
              <a:spcBef>
                <a:spcPts val="600"/>
              </a:spcBef>
              <a:spcAft>
                <a:spcPts val="0"/>
              </a:spcAft>
              <a:buNone/>
            </a:pPr>
            <a:r>
              <a:rPr b="1" lang="en" sz="1200">
                <a:solidFill>
                  <a:srgbClr val="1F1F1F"/>
                </a:solidFill>
                <a:highlight>
                  <a:srgbClr val="FFFFFF"/>
                </a:highlight>
              </a:rPr>
              <a:t>previous</a:t>
            </a:r>
            <a:r>
              <a:rPr lang="en" sz="1200">
                <a:solidFill>
                  <a:srgbClr val="1F1F1F"/>
                </a:solidFill>
                <a:highlight>
                  <a:srgbClr val="FFFFFF"/>
                </a:highlight>
              </a:rPr>
              <a:t>: The average number of previous contacts is very low (0.58), with a median of 0. The maximum is 275. This variable is also highly right-skewed, showing that most clients have had no previous contacts, and a few have had many.</a:t>
            </a:r>
            <a:endParaRPr sz="1200">
              <a:solidFill>
                <a:srgbClr val="1F1F1F"/>
              </a:solidFill>
              <a:highlight>
                <a:srgbClr val="FFFFFF"/>
              </a:highlight>
            </a:endParaRPr>
          </a:p>
          <a:p>
            <a:pPr indent="0" lvl="0" marL="0" rtl="0" algn="l">
              <a:lnSpc>
                <a:spcPct val="115000"/>
              </a:lnSpc>
              <a:spcBef>
                <a:spcPts val="600"/>
              </a:spcBef>
              <a:spcAft>
                <a:spcPts val="0"/>
              </a:spcAft>
              <a:buNone/>
            </a:pPr>
            <a:r>
              <a:rPr lang="en" sz="1200">
                <a:solidFill>
                  <a:srgbClr val="1F1F1F"/>
                </a:solidFill>
                <a:highlight>
                  <a:srgbClr val="FFFFFF"/>
                </a:highlight>
              </a:rPr>
              <a:t>In summary, balance, duration, campaign, pdays, and previous all exhibit strong positive skewness, indicating the presence of outliers or a distribution where a large number of observations are concentrated at the lower end, with a few extreme values at the higher end. Age is relatively more symmetrical but still slightly right-skewed, while day appears to be more uniformly distributed.</a:t>
            </a:r>
            <a:endParaRPr sz="1200">
              <a:solidFill>
                <a:srgbClr val="1F1F1F"/>
              </a:solidFill>
              <a:highlight>
                <a:srgbClr val="FFFFFF"/>
              </a:highlight>
            </a:endParaRPr>
          </a:p>
          <a:p>
            <a:pPr indent="0" lvl="0" marL="0" rtl="0" algn="l">
              <a:spcBef>
                <a:spcPts val="60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c20dd2da2d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c20dd2da2d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c20dd2da2d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c20dd2da2d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c20dd2da2d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c20dd2da2d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c6a13e80e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c6a13e80e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c20dd2da2d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c20dd2da2d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c1f82004ee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c1f82004ee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5100" y="1240113"/>
            <a:ext cx="3673800" cy="2174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191919"/>
              </a:buClr>
              <a:buSzPts val="5200"/>
              <a:buNone/>
              <a:defRPr sz="5100">
                <a:latin typeface="Barlow Condensed"/>
                <a:ea typeface="Barlow Condensed"/>
                <a:cs typeface="Barlow Condensed"/>
                <a:sym typeface="Barlow Condense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5225" y="3485338"/>
            <a:ext cx="3551100" cy="40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lt1"/>
                </a:solidFill>
                <a:latin typeface="Actor"/>
                <a:ea typeface="Actor"/>
                <a:cs typeface="Actor"/>
                <a:sym typeface="Actor"/>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231621" y="-245950"/>
            <a:ext cx="9614052" cy="5584775"/>
            <a:chOff x="-231621" y="-245950"/>
            <a:chExt cx="9614052" cy="5584775"/>
          </a:xfrm>
        </p:grpSpPr>
        <p:grpSp>
          <p:nvGrpSpPr>
            <p:cNvPr id="12" name="Google Shape;12;p2"/>
            <p:cNvGrpSpPr/>
            <p:nvPr/>
          </p:nvGrpSpPr>
          <p:grpSpPr>
            <a:xfrm flipH="1">
              <a:off x="-149659" y="-169749"/>
              <a:ext cx="9438809" cy="5417205"/>
              <a:chOff x="-173938" y="-169749"/>
              <a:chExt cx="9438809" cy="5417205"/>
            </a:xfrm>
          </p:grpSpPr>
          <p:sp>
            <p:nvSpPr>
              <p:cNvPr id="13" name="Google Shape;13;p2"/>
              <p:cNvSpPr/>
              <p:nvPr/>
            </p:nvSpPr>
            <p:spPr>
              <a:xfrm rot="-5400000">
                <a:off x="7510794" y="1101972"/>
                <a:ext cx="3025799" cy="482356"/>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14" name="Google Shape;14;p2"/>
              <p:cNvSpPr/>
              <p:nvPr/>
            </p:nvSpPr>
            <p:spPr>
              <a:xfrm>
                <a:off x="-173938" y="4746125"/>
                <a:ext cx="2408074" cy="501331"/>
              </a:xfrm>
              <a:custGeom>
                <a:rect b="b" l="l" r="r" t="t"/>
                <a:pathLst>
                  <a:path extrusionOk="0" h="28709" w="51873">
                    <a:moveTo>
                      <a:pt x="4831" y="3440"/>
                    </a:moveTo>
                    <a:cubicBezTo>
                      <a:pt x="7451" y="1540"/>
                      <a:pt x="11766" y="344"/>
                      <a:pt x="15927" y="62"/>
                    </a:cubicBezTo>
                    <a:cubicBezTo>
                      <a:pt x="20088" y="-219"/>
                      <a:pt x="26098" y="484"/>
                      <a:pt x="29797" y="1751"/>
                    </a:cubicBezTo>
                    <a:cubicBezTo>
                      <a:pt x="33496" y="3018"/>
                      <a:pt x="35423" y="5411"/>
                      <a:pt x="38120" y="7663"/>
                    </a:cubicBezTo>
                    <a:cubicBezTo>
                      <a:pt x="40817" y="9915"/>
                      <a:pt x="43697" y="12447"/>
                      <a:pt x="45979" y="15264"/>
                    </a:cubicBezTo>
                    <a:cubicBezTo>
                      <a:pt x="48261" y="18082"/>
                      <a:pt x="52428" y="22456"/>
                      <a:pt x="51812" y="24568"/>
                    </a:cubicBezTo>
                    <a:cubicBezTo>
                      <a:pt x="51196" y="26680"/>
                      <a:pt x="50034" y="27514"/>
                      <a:pt x="42281" y="27934"/>
                    </a:cubicBezTo>
                    <a:cubicBezTo>
                      <a:pt x="34528" y="28354"/>
                      <a:pt x="12306" y="29834"/>
                      <a:pt x="5294" y="27089"/>
                    </a:cubicBezTo>
                    <a:cubicBezTo>
                      <a:pt x="-1718" y="24344"/>
                      <a:pt x="285" y="15406"/>
                      <a:pt x="208" y="11464"/>
                    </a:cubicBezTo>
                    <a:cubicBezTo>
                      <a:pt x="131" y="7523"/>
                      <a:pt x="2211" y="5340"/>
                      <a:pt x="4831" y="3440"/>
                    </a:cubicBezTo>
                    <a:close/>
                  </a:path>
                </a:pathLst>
              </a:custGeom>
              <a:solidFill>
                <a:schemeClr val="lt2"/>
              </a:solidFill>
              <a:ln>
                <a:noFill/>
              </a:ln>
            </p:spPr>
          </p:sp>
        </p:grpSp>
        <p:grpSp>
          <p:nvGrpSpPr>
            <p:cNvPr id="15" name="Google Shape;15;p2"/>
            <p:cNvGrpSpPr/>
            <p:nvPr/>
          </p:nvGrpSpPr>
          <p:grpSpPr>
            <a:xfrm>
              <a:off x="-231621" y="-245950"/>
              <a:ext cx="9614052" cy="5584775"/>
              <a:chOff x="-231621" y="-245950"/>
              <a:chExt cx="9614052" cy="5584775"/>
            </a:xfrm>
          </p:grpSpPr>
          <p:sp>
            <p:nvSpPr>
              <p:cNvPr id="16" name="Google Shape;16;p2"/>
              <p:cNvSpPr/>
              <p:nvPr/>
            </p:nvSpPr>
            <p:spPr>
              <a:xfrm>
                <a:off x="7881952" y="-245950"/>
                <a:ext cx="1500478" cy="1234425"/>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17" name="Google Shape;17;p2"/>
              <p:cNvSpPr/>
              <p:nvPr/>
            </p:nvSpPr>
            <p:spPr>
              <a:xfrm>
                <a:off x="-231621" y="4349075"/>
                <a:ext cx="1724134" cy="989750"/>
              </a:xfrm>
              <a:custGeom>
                <a:rect b="b" l="l" r="r" t="t"/>
                <a:pathLst>
                  <a:path extrusionOk="0" h="39590" w="121890">
                    <a:moveTo>
                      <a:pt x="20699" y="636"/>
                    </a:moveTo>
                    <a:cubicBezTo>
                      <a:pt x="27366" y="2019"/>
                      <a:pt x="34033" y="9260"/>
                      <a:pt x="42870" y="13143"/>
                    </a:cubicBezTo>
                    <a:cubicBezTo>
                      <a:pt x="51707" y="17026"/>
                      <a:pt x="65277" y="21534"/>
                      <a:pt x="73721" y="23932"/>
                    </a:cubicBezTo>
                    <a:cubicBezTo>
                      <a:pt x="82165" y="26330"/>
                      <a:pt x="86643" y="26507"/>
                      <a:pt x="93535" y="27530"/>
                    </a:cubicBezTo>
                    <a:cubicBezTo>
                      <a:pt x="100427" y="28553"/>
                      <a:pt x="110355" y="28803"/>
                      <a:pt x="115072" y="30069"/>
                    </a:cubicBezTo>
                    <a:cubicBezTo>
                      <a:pt x="119790" y="31335"/>
                      <a:pt x="122285" y="33818"/>
                      <a:pt x="121840" y="35127"/>
                    </a:cubicBezTo>
                    <a:cubicBezTo>
                      <a:pt x="121396" y="36437"/>
                      <a:pt x="123255" y="37393"/>
                      <a:pt x="112405" y="37926"/>
                    </a:cubicBezTo>
                    <a:cubicBezTo>
                      <a:pt x="101555" y="38459"/>
                      <a:pt x="74665" y="38126"/>
                      <a:pt x="56738" y="38326"/>
                    </a:cubicBezTo>
                    <a:cubicBezTo>
                      <a:pt x="38811" y="38526"/>
                      <a:pt x="13966" y="40458"/>
                      <a:pt x="4845" y="39125"/>
                    </a:cubicBezTo>
                    <a:cubicBezTo>
                      <a:pt x="-4276" y="37792"/>
                      <a:pt x="2344" y="36042"/>
                      <a:pt x="2014" y="30329"/>
                    </a:cubicBezTo>
                    <a:cubicBezTo>
                      <a:pt x="1685" y="24616"/>
                      <a:pt x="-246" y="9797"/>
                      <a:pt x="2868" y="4848"/>
                    </a:cubicBezTo>
                    <a:cubicBezTo>
                      <a:pt x="5982" y="-101"/>
                      <a:pt x="14032" y="-746"/>
                      <a:pt x="20699" y="636"/>
                    </a:cubicBezTo>
                    <a:close/>
                  </a:path>
                </a:pathLst>
              </a:custGeom>
              <a:solidFill>
                <a:schemeClr val="lt2"/>
              </a:solidFill>
              <a:ln>
                <a:noFill/>
              </a:ln>
            </p:spPr>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txBox="1"/>
          <p:nvPr>
            <p:ph type="title"/>
          </p:nvPr>
        </p:nvSpPr>
        <p:spPr>
          <a:xfrm>
            <a:off x="5429325" y="2282000"/>
            <a:ext cx="2512500" cy="16656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20" name="Google Shape;20;p3"/>
          <p:cNvSpPr txBox="1"/>
          <p:nvPr>
            <p:ph hasCustomPrompt="1" idx="2" type="title"/>
          </p:nvPr>
        </p:nvSpPr>
        <p:spPr>
          <a:xfrm>
            <a:off x="5429325" y="1195875"/>
            <a:ext cx="1595400" cy="12888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6000"/>
              <a:buNone/>
              <a:defRPr sz="9600">
                <a:solidFill>
                  <a:schemeClr val="accen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grpSp>
        <p:nvGrpSpPr>
          <p:cNvPr id="21" name="Google Shape;21;p3"/>
          <p:cNvGrpSpPr/>
          <p:nvPr/>
        </p:nvGrpSpPr>
        <p:grpSpPr>
          <a:xfrm>
            <a:off x="-231616" y="-145575"/>
            <a:ext cx="9673921" cy="5487621"/>
            <a:chOff x="-231616" y="-145575"/>
            <a:chExt cx="9673921" cy="5487621"/>
          </a:xfrm>
        </p:grpSpPr>
        <p:grpSp>
          <p:nvGrpSpPr>
            <p:cNvPr id="22" name="Google Shape;22;p3"/>
            <p:cNvGrpSpPr/>
            <p:nvPr/>
          </p:nvGrpSpPr>
          <p:grpSpPr>
            <a:xfrm>
              <a:off x="-231616" y="-112700"/>
              <a:ext cx="9673921" cy="5451534"/>
              <a:chOff x="-231616" y="-112700"/>
              <a:chExt cx="9673921" cy="5451534"/>
            </a:xfrm>
          </p:grpSpPr>
          <p:sp>
            <p:nvSpPr>
              <p:cNvPr id="23" name="Google Shape;23;p3"/>
              <p:cNvSpPr/>
              <p:nvPr/>
            </p:nvSpPr>
            <p:spPr>
              <a:xfrm>
                <a:off x="7941827" y="-112700"/>
                <a:ext cx="1500478" cy="1234425"/>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24" name="Google Shape;24;p3"/>
              <p:cNvSpPr/>
              <p:nvPr/>
            </p:nvSpPr>
            <p:spPr>
              <a:xfrm>
                <a:off x="-231616" y="4349084"/>
                <a:ext cx="3047250" cy="989750"/>
              </a:xfrm>
              <a:custGeom>
                <a:rect b="b" l="l" r="r" t="t"/>
                <a:pathLst>
                  <a:path extrusionOk="0" h="39590" w="121890">
                    <a:moveTo>
                      <a:pt x="20699" y="636"/>
                    </a:moveTo>
                    <a:cubicBezTo>
                      <a:pt x="27366" y="2019"/>
                      <a:pt x="34033" y="9260"/>
                      <a:pt x="42870" y="13143"/>
                    </a:cubicBezTo>
                    <a:cubicBezTo>
                      <a:pt x="51707" y="17026"/>
                      <a:pt x="65277" y="21534"/>
                      <a:pt x="73721" y="23932"/>
                    </a:cubicBezTo>
                    <a:cubicBezTo>
                      <a:pt x="82165" y="26330"/>
                      <a:pt x="86643" y="26507"/>
                      <a:pt x="93535" y="27530"/>
                    </a:cubicBezTo>
                    <a:cubicBezTo>
                      <a:pt x="100427" y="28553"/>
                      <a:pt x="110355" y="28803"/>
                      <a:pt x="115072" y="30069"/>
                    </a:cubicBezTo>
                    <a:cubicBezTo>
                      <a:pt x="119790" y="31335"/>
                      <a:pt x="122285" y="33818"/>
                      <a:pt x="121840" y="35127"/>
                    </a:cubicBezTo>
                    <a:cubicBezTo>
                      <a:pt x="121396" y="36437"/>
                      <a:pt x="123255" y="37393"/>
                      <a:pt x="112405" y="37926"/>
                    </a:cubicBezTo>
                    <a:cubicBezTo>
                      <a:pt x="101555" y="38459"/>
                      <a:pt x="74665" y="38126"/>
                      <a:pt x="56738" y="38326"/>
                    </a:cubicBezTo>
                    <a:cubicBezTo>
                      <a:pt x="38811" y="38526"/>
                      <a:pt x="13966" y="40458"/>
                      <a:pt x="4845" y="39125"/>
                    </a:cubicBezTo>
                    <a:cubicBezTo>
                      <a:pt x="-4276" y="37792"/>
                      <a:pt x="2344" y="36042"/>
                      <a:pt x="2014" y="30329"/>
                    </a:cubicBezTo>
                    <a:cubicBezTo>
                      <a:pt x="1685" y="24616"/>
                      <a:pt x="-246" y="9797"/>
                      <a:pt x="2868" y="4848"/>
                    </a:cubicBezTo>
                    <a:cubicBezTo>
                      <a:pt x="5982" y="-101"/>
                      <a:pt x="14032" y="-746"/>
                      <a:pt x="20699" y="636"/>
                    </a:cubicBezTo>
                    <a:close/>
                  </a:path>
                </a:pathLst>
              </a:custGeom>
              <a:solidFill>
                <a:schemeClr val="lt2"/>
              </a:solidFill>
              <a:ln>
                <a:noFill/>
              </a:ln>
            </p:spPr>
          </p:sp>
        </p:grpSp>
        <p:grpSp>
          <p:nvGrpSpPr>
            <p:cNvPr id="25" name="Google Shape;25;p3"/>
            <p:cNvGrpSpPr/>
            <p:nvPr/>
          </p:nvGrpSpPr>
          <p:grpSpPr>
            <a:xfrm>
              <a:off x="-135300" y="-145575"/>
              <a:ext cx="9496694" cy="5487621"/>
              <a:chOff x="-136725" y="-129875"/>
              <a:chExt cx="9496694" cy="5487621"/>
            </a:xfrm>
          </p:grpSpPr>
          <p:sp>
            <p:nvSpPr>
              <p:cNvPr id="26" name="Google Shape;26;p3"/>
              <p:cNvSpPr/>
              <p:nvPr/>
            </p:nvSpPr>
            <p:spPr>
              <a:xfrm>
                <a:off x="7023300" y="4768200"/>
                <a:ext cx="2336669" cy="589546"/>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27" name="Google Shape;27;p3"/>
              <p:cNvSpPr/>
              <p:nvPr/>
            </p:nvSpPr>
            <p:spPr>
              <a:xfrm>
                <a:off x="-136725" y="-129875"/>
                <a:ext cx="2226995" cy="680603"/>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p:txBody>
      </p:sp>
      <p:sp>
        <p:nvSpPr>
          <p:cNvPr id="30" name="Google Shape;30;p4"/>
          <p:cNvSpPr txBox="1"/>
          <p:nvPr>
            <p:ph idx="1" type="body"/>
          </p:nvPr>
        </p:nvSpPr>
        <p:spPr>
          <a:xfrm>
            <a:off x="720000" y="1094425"/>
            <a:ext cx="7704000" cy="301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grpSp>
        <p:nvGrpSpPr>
          <p:cNvPr id="31" name="Google Shape;31;p4"/>
          <p:cNvGrpSpPr/>
          <p:nvPr/>
        </p:nvGrpSpPr>
        <p:grpSpPr>
          <a:xfrm>
            <a:off x="-140525" y="-112701"/>
            <a:ext cx="9582835" cy="5411143"/>
            <a:chOff x="-140525" y="-112701"/>
            <a:chExt cx="9582835" cy="5411143"/>
          </a:xfrm>
        </p:grpSpPr>
        <p:grpSp>
          <p:nvGrpSpPr>
            <p:cNvPr id="32" name="Google Shape;32;p4"/>
            <p:cNvGrpSpPr/>
            <p:nvPr/>
          </p:nvGrpSpPr>
          <p:grpSpPr>
            <a:xfrm>
              <a:off x="-75280" y="-112701"/>
              <a:ext cx="9517590" cy="5411143"/>
              <a:chOff x="-75280" y="-112701"/>
              <a:chExt cx="9517590" cy="5411143"/>
            </a:xfrm>
          </p:grpSpPr>
          <p:sp>
            <p:nvSpPr>
              <p:cNvPr id="33" name="Google Shape;33;p4"/>
              <p:cNvSpPr/>
              <p:nvPr/>
            </p:nvSpPr>
            <p:spPr>
              <a:xfrm>
                <a:off x="7819327" y="-112701"/>
                <a:ext cx="1622982" cy="1027042"/>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34" name="Google Shape;34;p4"/>
              <p:cNvSpPr/>
              <p:nvPr/>
            </p:nvSpPr>
            <p:spPr>
              <a:xfrm>
                <a:off x="-75280" y="3573853"/>
                <a:ext cx="1124404" cy="1724589"/>
              </a:xfrm>
              <a:custGeom>
                <a:rect b="b" l="l" r="r" t="t"/>
                <a:pathLst>
                  <a:path extrusionOk="0" h="79255" w="51673">
                    <a:moveTo>
                      <a:pt x="51661" y="74424"/>
                    </a:moveTo>
                    <a:cubicBezTo>
                      <a:pt x="51221" y="70511"/>
                      <a:pt x="36300" y="60849"/>
                      <a:pt x="31006" y="54737"/>
                    </a:cubicBezTo>
                    <a:cubicBezTo>
                      <a:pt x="25712" y="48625"/>
                      <a:pt x="22540" y="45638"/>
                      <a:pt x="19899" y="37750"/>
                    </a:cubicBezTo>
                    <a:cubicBezTo>
                      <a:pt x="17258" y="29862"/>
                      <a:pt x="17213" y="13652"/>
                      <a:pt x="15159" y="7410"/>
                    </a:cubicBezTo>
                    <a:cubicBezTo>
                      <a:pt x="13105" y="1168"/>
                      <a:pt x="9944" y="1010"/>
                      <a:pt x="7574" y="299"/>
                    </a:cubicBezTo>
                    <a:cubicBezTo>
                      <a:pt x="5204" y="-412"/>
                      <a:pt x="2043" y="0"/>
                      <a:pt x="937" y="3144"/>
                    </a:cubicBezTo>
                    <a:cubicBezTo>
                      <a:pt x="-169" y="6288"/>
                      <a:pt x="857" y="12320"/>
                      <a:pt x="937" y="19161"/>
                    </a:cubicBezTo>
                    <a:cubicBezTo>
                      <a:pt x="1017" y="26002"/>
                      <a:pt x="1497" y="36167"/>
                      <a:pt x="1418" y="44192"/>
                    </a:cubicBezTo>
                    <a:cubicBezTo>
                      <a:pt x="1339" y="52217"/>
                      <a:pt x="-958" y="61626"/>
                      <a:pt x="463" y="67313"/>
                    </a:cubicBezTo>
                    <a:cubicBezTo>
                      <a:pt x="1884" y="73001"/>
                      <a:pt x="4413" y="76500"/>
                      <a:pt x="9944" y="78317"/>
                    </a:cubicBezTo>
                    <a:cubicBezTo>
                      <a:pt x="15475" y="80134"/>
                      <a:pt x="26694" y="78865"/>
                      <a:pt x="33647" y="78216"/>
                    </a:cubicBezTo>
                    <a:cubicBezTo>
                      <a:pt x="40600" y="77567"/>
                      <a:pt x="52101" y="78337"/>
                      <a:pt x="51661" y="74424"/>
                    </a:cubicBezTo>
                    <a:close/>
                  </a:path>
                </a:pathLst>
              </a:custGeom>
              <a:solidFill>
                <a:schemeClr val="lt2"/>
              </a:solidFill>
              <a:ln>
                <a:noFill/>
              </a:ln>
            </p:spPr>
          </p:sp>
        </p:grpSp>
        <p:grpSp>
          <p:nvGrpSpPr>
            <p:cNvPr id="35" name="Google Shape;35;p4"/>
            <p:cNvGrpSpPr/>
            <p:nvPr/>
          </p:nvGrpSpPr>
          <p:grpSpPr>
            <a:xfrm>
              <a:off x="-140525" y="-83725"/>
              <a:ext cx="9376100" cy="5319650"/>
              <a:chOff x="-140525" y="-83725"/>
              <a:chExt cx="9376100" cy="5319650"/>
            </a:xfrm>
          </p:grpSpPr>
          <p:sp>
            <p:nvSpPr>
              <p:cNvPr id="36" name="Google Shape;36;p4"/>
              <p:cNvSpPr/>
              <p:nvPr/>
            </p:nvSpPr>
            <p:spPr>
              <a:xfrm>
                <a:off x="-140525" y="-83725"/>
                <a:ext cx="1295115" cy="1365671"/>
              </a:xfrm>
              <a:custGeom>
                <a:rect b="b" l="l" r="r" t="t"/>
                <a:pathLst>
                  <a:path extrusionOk="0" h="96005" w="91045">
                    <a:moveTo>
                      <a:pt x="83521" y="1692"/>
                    </a:moveTo>
                    <a:cubicBezTo>
                      <a:pt x="90676" y="3761"/>
                      <a:pt x="95234" y="8141"/>
                      <a:pt x="85371" y="12468"/>
                    </a:cubicBezTo>
                    <a:cubicBezTo>
                      <a:pt x="75508" y="16796"/>
                      <a:pt x="35185" y="17357"/>
                      <a:pt x="24342" y="27657"/>
                    </a:cubicBezTo>
                    <a:cubicBezTo>
                      <a:pt x="13499" y="37957"/>
                      <a:pt x="21695" y="63747"/>
                      <a:pt x="20313" y="74267"/>
                    </a:cubicBezTo>
                    <a:cubicBezTo>
                      <a:pt x="18931" y="84787"/>
                      <a:pt x="18176" y="87162"/>
                      <a:pt x="16049" y="90778"/>
                    </a:cubicBezTo>
                    <a:cubicBezTo>
                      <a:pt x="13922" y="94395"/>
                      <a:pt x="9752" y="96307"/>
                      <a:pt x="7552" y="95966"/>
                    </a:cubicBezTo>
                    <a:cubicBezTo>
                      <a:pt x="5352" y="95625"/>
                      <a:pt x="3747" y="97051"/>
                      <a:pt x="2851" y="88733"/>
                    </a:cubicBezTo>
                    <a:cubicBezTo>
                      <a:pt x="1956" y="80415"/>
                      <a:pt x="2515" y="59802"/>
                      <a:pt x="2179" y="46059"/>
                    </a:cubicBezTo>
                    <a:cubicBezTo>
                      <a:pt x="1843" y="32317"/>
                      <a:pt x="-1531" y="13793"/>
                      <a:pt x="836" y="6278"/>
                    </a:cubicBezTo>
                    <a:cubicBezTo>
                      <a:pt x="3203" y="-1237"/>
                      <a:pt x="9446" y="2006"/>
                      <a:pt x="16380" y="969"/>
                    </a:cubicBezTo>
                    <a:cubicBezTo>
                      <a:pt x="23314" y="-68"/>
                      <a:pt x="31251" y="-66"/>
                      <a:pt x="42441" y="54"/>
                    </a:cubicBezTo>
                    <a:cubicBezTo>
                      <a:pt x="53631" y="175"/>
                      <a:pt x="76366" y="-377"/>
                      <a:pt x="83521" y="1692"/>
                    </a:cubicBezTo>
                    <a:close/>
                  </a:path>
                </a:pathLst>
              </a:custGeom>
              <a:solidFill>
                <a:schemeClr val="lt2"/>
              </a:solidFill>
              <a:ln>
                <a:noFill/>
              </a:ln>
            </p:spPr>
          </p:sp>
          <p:sp>
            <p:nvSpPr>
              <p:cNvPr id="37" name="Google Shape;37;p4"/>
              <p:cNvSpPr/>
              <p:nvPr/>
            </p:nvSpPr>
            <p:spPr>
              <a:xfrm rot="10800000">
                <a:off x="8161257" y="4265867"/>
                <a:ext cx="1074318" cy="970058"/>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idx="1" type="subTitle"/>
          </p:nvPr>
        </p:nvSpPr>
        <p:spPr>
          <a:xfrm>
            <a:off x="1086100" y="2259625"/>
            <a:ext cx="3112200" cy="466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40" name="Google Shape;40;p5"/>
          <p:cNvSpPr txBox="1"/>
          <p:nvPr>
            <p:ph idx="2" type="subTitle"/>
          </p:nvPr>
        </p:nvSpPr>
        <p:spPr>
          <a:xfrm>
            <a:off x="4945650" y="2259625"/>
            <a:ext cx="3112200" cy="466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41" name="Google Shape;41;p5"/>
          <p:cNvSpPr txBox="1"/>
          <p:nvPr>
            <p:ph idx="3" type="subTitle"/>
          </p:nvPr>
        </p:nvSpPr>
        <p:spPr>
          <a:xfrm>
            <a:off x="1086100" y="2729950"/>
            <a:ext cx="3112200" cy="163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2" name="Google Shape;42;p5"/>
          <p:cNvSpPr txBox="1"/>
          <p:nvPr>
            <p:ph idx="4" type="subTitle"/>
          </p:nvPr>
        </p:nvSpPr>
        <p:spPr>
          <a:xfrm>
            <a:off x="4945651" y="2729950"/>
            <a:ext cx="3112200" cy="163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 name="Google Shape;4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4" name="Google Shape;44;p5"/>
          <p:cNvGrpSpPr/>
          <p:nvPr/>
        </p:nvGrpSpPr>
        <p:grpSpPr>
          <a:xfrm>
            <a:off x="-150183" y="-112705"/>
            <a:ext cx="9592594" cy="5634918"/>
            <a:chOff x="-150183" y="-112705"/>
            <a:chExt cx="9592594" cy="5634918"/>
          </a:xfrm>
        </p:grpSpPr>
        <p:grpSp>
          <p:nvGrpSpPr>
            <p:cNvPr id="45" name="Google Shape;45;p5"/>
            <p:cNvGrpSpPr/>
            <p:nvPr/>
          </p:nvGrpSpPr>
          <p:grpSpPr>
            <a:xfrm>
              <a:off x="-150183" y="-112705"/>
              <a:ext cx="9592594" cy="5634918"/>
              <a:chOff x="-150183" y="-112705"/>
              <a:chExt cx="9592594" cy="5634918"/>
            </a:xfrm>
          </p:grpSpPr>
          <p:sp>
            <p:nvSpPr>
              <p:cNvPr id="46" name="Google Shape;46;p5"/>
              <p:cNvSpPr/>
              <p:nvPr/>
            </p:nvSpPr>
            <p:spPr>
              <a:xfrm>
                <a:off x="7491710" y="-112705"/>
                <a:ext cx="1950700" cy="1234425"/>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47" name="Google Shape;47;p5"/>
              <p:cNvSpPr/>
              <p:nvPr/>
            </p:nvSpPr>
            <p:spPr>
              <a:xfrm flipH="1" rot="5400000">
                <a:off x="-876171" y="3932816"/>
                <a:ext cx="2315384" cy="863408"/>
              </a:xfrm>
              <a:custGeom>
                <a:rect b="b" l="l" r="r" t="t"/>
                <a:pathLst>
                  <a:path extrusionOk="0" h="56020" w="98370">
                    <a:moveTo>
                      <a:pt x="8081" y="27"/>
                    </a:moveTo>
                    <a:cubicBezTo>
                      <a:pt x="13707" y="-225"/>
                      <a:pt x="25987" y="1257"/>
                      <a:pt x="34551" y="5615"/>
                    </a:cubicBezTo>
                    <a:cubicBezTo>
                      <a:pt x="43115" y="9973"/>
                      <a:pt x="52647" y="21607"/>
                      <a:pt x="59467" y="26177"/>
                    </a:cubicBezTo>
                    <a:cubicBezTo>
                      <a:pt x="66287" y="30747"/>
                      <a:pt x="69903" y="31086"/>
                      <a:pt x="75469" y="33035"/>
                    </a:cubicBezTo>
                    <a:cubicBezTo>
                      <a:pt x="81035" y="34984"/>
                      <a:pt x="89053" y="35460"/>
                      <a:pt x="92863" y="37873"/>
                    </a:cubicBezTo>
                    <a:cubicBezTo>
                      <a:pt x="96673" y="40286"/>
                      <a:pt x="98688" y="45017"/>
                      <a:pt x="98329" y="47513"/>
                    </a:cubicBezTo>
                    <a:cubicBezTo>
                      <a:pt x="97970" y="50009"/>
                      <a:pt x="99472" y="51831"/>
                      <a:pt x="90709" y="52847"/>
                    </a:cubicBezTo>
                    <a:cubicBezTo>
                      <a:pt x="81946" y="53863"/>
                      <a:pt x="60229" y="53228"/>
                      <a:pt x="45751" y="53609"/>
                    </a:cubicBezTo>
                    <a:cubicBezTo>
                      <a:pt x="31273" y="53990"/>
                      <a:pt x="11207" y="57673"/>
                      <a:pt x="3841" y="55133"/>
                    </a:cubicBezTo>
                    <a:cubicBezTo>
                      <a:pt x="-3525" y="52593"/>
                      <a:pt x="2063" y="46370"/>
                      <a:pt x="1555" y="38369"/>
                    </a:cubicBezTo>
                    <a:cubicBezTo>
                      <a:pt x="1047" y="30368"/>
                      <a:pt x="-295" y="13517"/>
                      <a:pt x="793" y="7127"/>
                    </a:cubicBezTo>
                    <a:cubicBezTo>
                      <a:pt x="1881" y="737"/>
                      <a:pt x="2455" y="279"/>
                      <a:pt x="8081" y="27"/>
                    </a:cubicBezTo>
                    <a:close/>
                  </a:path>
                </a:pathLst>
              </a:custGeom>
              <a:solidFill>
                <a:schemeClr val="lt2"/>
              </a:solidFill>
              <a:ln>
                <a:noFill/>
              </a:ln>
            </p:spPr>
          </p:sp>
        </p:grpSp>
        <p:grpSp>
          <p:nvGrpSpPr>
            <p:cNvPr id="48" name="Google Shape;48;p5"/>
            <p:cNvGrpSpPr/>
            <p:nvPr/>
          </p:nvGrpSpPr>
          <p:grpSpPr>
            <a:xfrm rot="10800000">
              <a:off x="-116050" y="-88075"/>
              <a:ext cx="9376100" cy="5319650"/>
              <a:chOff x="-140525" y="-83725"/>
              <a:chExt cx="9376100" cy="5319650"/>
            </a:xfrm>
          </p:grpSpPr>
          <p:sp>
            <p:nvSpPr>
              <p:cNvPr id="49" name="Google Shape;49;p5"/>
              <p:cNvSpPr/>
              <p:nvPr/>
            </p:nvSpPr>
            <p:spPr>
              <a:xfrm>
                <a:off x="-140525" y="-83725"/>
                <a:ext cx="1295115" cy="1365671"/>
              </a:xfrm>
              <a:custGeom>
                <a:rect b="b" l="l" r="r" t="t"/>
                <a:pathLst>
                  <a:path extrusionOk="0" h="96005" w="91045">
                    <a:moveTo>
                      <a:pt x="83521" y="1692"/>
                    </a:moveTo>
                    <a:cubicBezTo>
                      <a:pt x="90676" y="3761"/>
                      <a:pt x="95234" y="8141"/>
                      <a:pt x="85371" y="12468"/>
                    </a:cubicBezTo>
                    <a:cubicBezTo>
                      <a:pt x="75508" y="16796"/>
                      <a:pt x="35185" y="17357"/>
                      <a:pt x="24342" y="27657"/>
                    </a:cubicBezTo>
                    <a:cubicBezTo>
                      <a:pt x="13499" y="37957"/>
                      <a:pt x="21695" y="63747"/>
                      <a:pt x="20313" y="74267"/>
                    </a:cubicBezTo>
                    <a:cubicBezTo>
                      <a:pt x="18931" y="84787"/>
                      <a:pt x="18176" y="87162"/>
                      <a:pt x="16049" y="90778"/>
                    </a:cubicBezTo>
                    <a:cubicBezTo>
                      <a:pt x="13922" y="94395"/>
                      <a:pt x="9752" y="96307"/>
                      <a:pt x="7552" y="95966"/>
                    </a:cubicBezTo>
                    <a:cubicBezTo>
                      <a:pt x="5352" y="95625"/>
                      <a:pt x="3747" y="97051"/>
                      <a:pt x="2851" y="88733"/>
                    </a:cubicBezTo>
                    <a:cubicBezTo>
                      <a:pt x="1956" y="80415"/>
                      <a:pt x="2515" y="59802"/>
                      <a:pt x="2179" y="46059"/>
                    </a:cubicBezTo>
                    <a:cubicBezTo>
                      <a:pt x="1843" y="32317"/>
                      <a:pt x="-1531" y="13793"/>
                      <a:pt x="836" y="6278"/>
                    </a:cubicBezTo>
                    <a:cubicBezTo>
                      <a:pt x="3203" y="-1237"/>
                      <a:pt x="9446" y="2006"/>
                      <a:pt x="16380" y="969"/>
                    </a:cubicBezTo>
                    <a:cubicBezTo>
                      <a:pt x="23314" y="-68"/>
                      <a:pt x="31251" y="-66"/>
                      <a:pt x="42441" y="54"/>
                    </a:cubicBezTo>
                    <a:cubicBezTo>
                      <a:pt x="53631" y="175"/>
                      <a:pt x="76366" y="-377"/>
                      <a:pt x="83521" y="1692"/>
                    </a:cubicBezTo>
                    <a:close/>
                  </a:path>
                </a:pathLst>
              </a:custGeom>
              <a:solidFill>
                <a:schemeClr val="lt2"/>
              </a:solidFill>
              <a:ln>
                <a:noFill/>
              </a:ln>
            </p:spPr>
          </p:sp>
          <p:sp>
            <p:nvSpPr>
              <p:cNvPr id="50" name="Google Shape;50;p5"/>
              <p:cNvSpPr/>
              <p:nvPr/>
            </p:nvSpPr>
            <p:spPr>
              <a:xfrm rot="10800000">
                <a:off x="8161257" y="4265867"/>
                <a:ext cx="1074318" cy="970058"/>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53" name="Google Shape;53;p6"/>
          <p:cNvGrpSpPr/>
          <p:nvPr/>
        </p:nvGrpSpPr>
        <p:grpSpPr>
          <a:xfrm rot="10800000">
            <a:off x="-123152" y="-194370"/>
            <a:ext cx="9390305" cy="5420820"/>
            <a:chOff x="-140519" y="-110095"/>
            <a:chExt cx="9390305" cy="5420820"/>
          </a:xfrm>
        </p:grpSpPr>
        <p:grpSp>
          <p:nvGrpSpPr>
            <p:cNvPr id="54" name="Google Shape;54;p6"/>
            <p:cNvGrpSpPr/>
            <p:nvPr/>
          </p:nvGrpSpPr>
          <p:grpSpPr>
            <a:xfrm>
              <a:off x="-140519" y="-83725"/>
              <a:ext cx="9376031" cy="5326979"/>
              <a:chOff x="-140519" y="-83725"/>
              <a:chExt cx="9376031" cy="5326979"/>
            </a:xfrm>
          </p:grpSpPr>
          <p:sp>
            <p:nvSpPr>
              <p:cNvPr id="55" name="Google Shape;55;p6"/>
              <p:cNvSpPr/>
              <p:nvPr/>
            </p:nvSpPr>
            <p:spPr>
              <a:xfrm>
                <a:off x="-140519" y="-83725"/>
                <a:ext cx="1571875" cy="1044200"/>
              </a:xfrm>
              <a:custGeom>
                <a:rect b="b" l="l" r="r" t="t"/>
                <a:pathLst>
                  <a:path extrusionOk="0" h="41768" w="62875">
                    <a:moveTo>
                      <a:pt x="58532" y="733"/>
                    </a:moveTo>
                    <a:cubicBezTo>
                      <a:pt x="63546" y="1629"/>
                      <a:pt x="64533" y="4043"/>
                      <a:pt x="59828" y="5401"/>
                    </a:cubicBezTo>
                    <a:cubicBezTo>
                      <a:pt x="55124" y="6759"/>
                      <a:pt x="37201" y="6640"/>
                      <a:pt x="30305" y="8879"/>
                    </a:cubicBezTo>
                    <a:cubicBezTo>
                      <a:pt x="23409" y="11118"/>
                      <a:pt x="21298" y="14331"/>
                      <a:pt x="18454" y="18834"/>
                    </a:cubicBezTo>
                    <a:cubicBezTo>
                      <a:pt x="15610" y="23338"/>
                      <a:pt x="15433" y="32110"/>
                      <a:pt x="13239" y="35900"/>
                    </a:cubicBezTo>
                    <a:cubicBezTo>
                      <a:pt x="11045" y="39690"/>
                      <a:pt x="7166" y="41149"/>
                      <a:pt x="5292" y="41572"/>
                    </a:cubicBezTo>
                    <a:cubicBezTo>
                      <a:pt x="3419" y="41995"/>
                      <a:pt x="2626" y="42042"/>
                      <a:pt x="1998" y="38439"/>
                    </a:cubicBezTo>
                    <a:cubicBezTo>
                      <a:pt x="1371" y="34836"/>
                      <a:pt x="1762" y="25906"/>
                      <a:pt x="1527" y="19953"/>
                    </a:cubicBezTo>
                    <a:cubicBezTo>
                      <a:pt x="1292" y="14000"/>
                      <a:pt x="-1073" y="5976"/>
                      <a:pt x="586" y="2720"/>
                    </a:cubicBezTo>
                    <a:cubicBezTo>
                      <a:pt x="2245" y="-535"/>
                      <a:pt x="6620" y="870"/>
                      <a:pt x="11479" y="420"/>
                    </a:cubicBezTo>
                    <a:cubicBezTo>
                      <a:pt x="16339" y="-29"/>
                      <a:pt x="21901" y="-29"/>
                      <a:pt x="29743" y="23"/>
                    </a:cubicBezTo>
                    <a:cubicBezTo>
                      <a:pt x="37585" y="75"/>
                      <a:pt x="53518" y="-163"/>
                      <a:pt x="58532" y="733"/>
                    </a:cubicBezTo>
                    <a:close/>
                  </a:path>
                </a:pathLst>
              </a:custGeom>
              <a:solidFill>
                <a:schemeClr val="lt2"/>
              </a:solidFill>
              <a:ln>
                <a:noFill/>
              </a:ln>
            </p:spPr>
          </p:sp>
          <p:sp>
            <p:nvSpPr>
              <p:cNvPr id="56" name="Google Shape;56;p6"/>
              <p:cNvSpPr/>
              <p:nvPr/>
            </p:nvSpPr>
            <p:spPr>
              <a:xfrm>
                <a:off x="8330185" y="4487729"/>
                <a:ext cx="905327" cy="755525"/>
              </a:xfrm>
              <a:custGeom>
                <a:rect b="b" l="l" r="r" t="t"/>
                <a:pathLst>
                  <a:path extrusionOk="0" h="34237" w="41030">
                    <a:moveTo>
                      <a:pt x="34537" y="33432"/>
                    </a:moveTo>
                    <a:cubicBezTo>
                      <a:pt x="28708" y="33963"/>
                      <a:pt x="11105" y="34676"/>
                      <a:pt x="5376" y="33882"/>
                    </a:cubicBezTo>
                    <a:cubicBezTo>
                      <a:pt x="-353" y="33088"/>
                      <a:pt x="-233" y="30484"/>
                      <a:pt x="162" y="28667"/>
                    </a:cubicBezTo>
                    <a:cubicBezTo>
                      <a:pt x="557" y="26850"/>
                      <a:pt x="5851" y="25902"/>
                      <a:pt x="7747" y="22979"/>
                    </a:cubicBezTo>
                    <a:cubicBezTo>
                      <a:pt x="9643" y="20056"/>
                      <a:pt x="8695" y="13497"/>
                      <a:pt x="11539" y="11127"/>
                    </a:cubicBezTo>
                    <a:cubicBezTo>
                      <a:pt x="14383" y="8757"/>
                      <a:pt x="21734" y="10385"/>
                      <a:pt x="24813" y="8757"/>
                    </a:cubicBezTo>
                    <a:cubicBezTo>
                      <a:pt x="27892" y="7129"/>
                      <a:pt x="27653" y="2770"/>
                      <a:pt x="30011" y="1357"/>
                    </a:cubicBezTo>
                    <a:cubicBezTo>
                      <a:pt x="32369" y="-56"/>
                      <a:pt x="37169" y="-273"/>
                      <a:pt x="38961" y="281"/>
                    </a:cubicBezTo>
                    <a:cubicBezTo>
                      <a:pt x="40753" y="835"/>
                      <a:pt x="40530" y="-387"/>
                      <a:pt x="40761" y="4682"/>
                    </a:cubicBezTo>
                    <a:cubicBezTo>
                      <a:pt x="40992" y="9751"/>
                      <a:pt x="41386" y="25902"/>
                      <a:pt x="40349" y="30694"/>
                    </a:cubicBezTo>
                    <a:cubicBezTo>
                      <a:pt x="39312" y="35486"/>
                      <a:pt x="40366" y="32901"/>
                      <a:pt x="34537" y="33432"/>
                    </a:cubicBezTo>
                    <a:close/>
                  </a:path>
                </a:pathLst>
              </a:custGeom>
              <a:solidFill>
                <a:schemeClr val="lt2"/>
              </a:solidFill>
              <a:ln>
                <a:noFill/>
              </a:ln>
            </p:spPr>
          </p:sp>
        </p:grpSp>
        <p:grpSp>
          <p:nvGrpSpPr>
            <p:cNvPr id="57" name="Google Shape;57;p6"/>
            <p:cNvGrpSpPr/>
            <p:nvPr/>
          </p:nvGrpSpPr>
          <p:grpSpPr>
            <a:xfrm>
              <a:off x="-117205" y="-110095"/>
              <a:ext cx="9366991" cy="5420820"/>
              <a:chOff x="-24492" y="-101207"/>
              <a:chExt cx="9366991" cy="5420820"/>
            </a:xfrm>
          </p:grpSpPr>
          <p:sp>
            <p:nvSpPr>
              <p:cNvPr id="58" name="Google Shape;58;p6"/>
              <p:cNvSpPr/>
              <p:nvPr/>
            </p:nvSpPr>
            <p:spPr>
              <a:xfrm>
                <a:off x="8063998" y="-101207"/>
                <a:ext cx="1278500" cy="930425"/>
              </a:xfrm>
              <a:custGeom>
                <a:rect b="b" l="l" r="r" t="t"/>
                <a:pathLst>
                  <a:path extrusionOk="0" h="37217" w="51140">
                    <a:moveTo>
                      <a:pt x="3162" y="2686"/>
                    </a:moveTo>
                    <a:cubicBezTo>
                      <a:pt x="-3083" y="4730"/>
                      <a:pt x="1083" y="10782"/>
                      <a:pt x="5694" y="12840"/>
                    </a:cubicBezTo>
                    <a:cubicBezTo>
                      <a:pt x="10305" y="14898"/>
                      <a:pt x="25954" y="11685"/>
                      <a:pt x="30829" y="15032"/>
                    </a:cubicBezTo>
                    <a:cubicBezTo>
                      <a:pt x="35704" y="18380"/>
                      <a:pt x="32811" y="29257"/>
                      <a:pt x="34944" y="32925"/>
                    </a:cubicBezTo>
                    <a:cubicBezTo>
                      <a:pt x="37078" y="36593"/>
                      <a:pt x="40987" y="37692"/>
                      <a:pt x="43630" y="37039"/>
                    </a:cubicBezTo>
                    <a:cubicBezTo>
                      <a:pt x="46273" y="36386"/>
                      <a:pt x="49862" y="34689"/>
                      <a:pt x="50803" y="29007"/>
                    </a:cubicBezTo>
                    <a:cubicBezTo>
                      <a:pt x="51744" y="23325"/>
                      <a:pt x="50548" y="7684"/>
                      <a:pt x="49275" y="2945"/>
                    </a:cubicBezTo>
                    <a:cubicBezTo>
                      <a:pt x="48002" y="-1793"/>
                      <a:pt x="50851" y="619"/>
                      <a:pt x="43165" y="576"/>
                    </a:cubicBezTo>
                    <a:cubicBezTo>
                      <a:pt x="35480" y="533"/>
                      <a:pt x="9407" y="642"/>
                      <a:pt x="3162" y="2686"/>
                    </a:cubicBezTo>
                    <a:close/>
                  </a:path>
                </a:pathLst>
              </a:custGeom>
              <a:solidFill>
                <a:schemeClr val="lt2"/>
              </a:solidFill>
              <a:ln>
                <a:noFill/>
              </a:ln>
            </p:spPr>
          </p:sp>
          <p:sp>
            <p:nvSpPr>
              <p:cNvPr id="59" name="Google Shape;59;p6"/>
              <p:cNvSpPr/>
              <p:nvPr/>
            </p:nvSpPr>
            <p:spPr>
              <a:xfrm>
                <a:off x="-24492" y="4258063"/>
                <a:ext cx="1297850" cy="1061550"/>
              </a:xfrm>
              <a:custGeom>
                <a:rect b="b" l="l" r="r" t="t"/>
                <a:pathLst>
                  <a:path extrusionOk="0" h="42462" w="51914">
                    <a:moveTo>
                      <a:pt x="50063" y="39382"/>
                    </a:moveTo>
                    <a:cubicBezTo>
                      <a:pt x="53690" y="37586"/>
                      <a:pt x="51467" y="33714"/>
                      <a:pt x="47861" y="31348"/>
                    </a:cubicBezTo>
                    <a:cubicBezTo>
                      <a:pt x="44255" y="28982"/>
                      <a:pt x="32929" y="27397"/>
                      <a:pt x="28425" y="25185"/>
                    </a:cubicBezTo>
                    <a:cubicBezTo>
                      <a:pt x="23922" y="22973"/>
                      <a:pt x="22894" y="21551"/>
                      <a:pt x="20840" y="18075"/>
                    </a:cubicBezTo>
                    <a:cubicBezTo>
                      <a:pt x="18786" y="14599"/>
                      <a:pt x="18233" y="7330"/>
                      <a:pt x="16100" y="4327"/>
                    </a:cubicBezTo>
                    <a:cubicBezTo>
                      <a:pt x="13967" y="1325"/>
                      <a:pt x="10442" y="199"/>
                      <a:pt x="8041" y="60"/>
                    </a:cubicBezTo>
                    <a:cubicBezTo>
                      <a:pt x="5640" y="-79"/>
                      <a:pt x="2820" y="-297"/>
                      <a:pt x="1694" y="3494"/>
                    </a:cubicBezTo>
                    <a:cubicBezTo>
                      <a:pt x="568" y="7285"/>
                      <a:pt x="1490" y="16588"/>
                      <a:pt x="1287" y="22808"/>
                    </a:cubicBezTo>
                    <a:cubicBezTo>
                      <a:pt x="1084" y="29028"/>
                      <a:pt x="-882" y="37648"/>
                      <a:pt x="474" y="40812"/>
                    </a:cubicBezTo>
                    <a:cubicBezTo>
                      <a:pt x="1830" y="43976"/>
                      <a:pt x="5150" y="41576"/>
                      <a:pt x="9421" y="41794"/>
                    </a:cubicBezTo>
                    <a:cubicBezTo>
                      <a:pt x="13692" y="42012"/>
                      <a:pt x="19324" y="42524"/>
                      <a:pt x="26098" y="42122"/>
                    </a:cubicBezTo>
                    <a:cubicBezTo>
                      <a:pt x="32872" y="41720"/>
                      <a:pt x="46436" y="41178"/>
                      <a:pt x="50063" y="39382"/>
                    </a:cubicBezTo>
                    <a:close/>
                  </a:path>
                </a:pathLst>
              </a:custGeom>
              <a:solidFill>
                <a:schemeClr val="lt2"/>
              </a:solidFill>
              <a:ln>
                <a:noFill/>
              </a:ln>
            </p:spPr>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0" name="Shape 60"/>
        <p:cNvGrpSpPr/>
        <p:nvPr/>
      </p:nvGrpSpPr>
      <p:grpSpPr>
        <a:xfrm>
          <a:off x="0" y="0"/>
          <a:ext cx="0" cy="0"/>
          <a:chOff x="0" y="0"/>
          <a:chExt cx="0" cy="0"/>
        </a:xfrm>
      </p:grpSpPr>
      <p:sp>
        <p:nvSpPr>
          <p:cNvPr id="61" name="Google Shape;61;p7"/>
          <p:cNvSpPr txBox="1"/>
          <p:nvPr>
            <p:ph type="title"/>
          </p:nvPr>
        </p:nvSpPr>
        <p:spPr>
          <a:xfrm>
            <a:off x="720000" y="445025"/>
            <a:ext cx="3285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p:txBody>
      </p:sp>
      <p:sp>
        <p:nvSpPr>
          <p:cNvPr id="62" name="Google Shape;62;p7"/>
          <p:cNvSpPr txBox="1"/>
          <p:nvPr>
            <p:ph idx="1" type="body"/>
          </p:nvPr>
        </p:nvSpPr>
        <p:spPr>
          <a:xfrm>
            <a:off x="720000" y="1253350"/>
            <a:ext cx="3285900" cy="3355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63" name="Google Shape;63;p7"/>
          <p:cNvSpPr/>
          <p:nvPr>
            <p:ph idx="2" type="pic"/>
          </p:nvPr>
        </p:nvSpPr>
        <p:spPr>
          <a:xfrm>
            <a:off x="4572000" y="0"/>
            <a:ext cx="4549500" cy="5143500"/>
          </a:xfrm>
          <a:prstGeom prst="rect">
            <a:avLst/>
          </a:prstGeom>
          <a:noFill/>
          <a:ln>
            <a:noFill/>
          </a:ln>
        </p:spPr>
      </p:sp>
      <p:grpSp>
        <p:nvGrpSpPr>
          <p:cNvPr id="64" name="Google Shape;64;p7"/>
          <p:cNvGrpSpPr/>
          <p:nvPr/>
        </p:nvGrpSpPr>
        <p:grpSpPr>
          <a:xfrm>
            <a:off x="-117202" y="-163850"/>
            <a:ext cx="1367551" cy="5474575"/>
            <a:chOff x="-117202" y="-163850"/>
            <a:chExt cx="1367551" cy="5474575"/>
          </a:xfrm>
        </p:grpSpPr>
        <p:sp>
          <p:nvSpPr>
            <p:cNvPr id="65" name="Google Shape;65;p7"/>
            <p:cNvSpPr/>
            <p:nvPr/>
          </p:nvSpPr>
          <p:spPr>
            <a:xfrm>
              <a:off x="-93703" y="-163850"/>
              <a:ext cx="1344052" cy="1417274"/>
            </a:xfrm>
            <a:custGeom>
              <a:rect b="b" l="l" r="r" t="t"/>
              <a:pathLst>
                <a:path extrusionOk="0" h="96005" w="91045">
                  <a:moveTo>
                    <a:pt x="83521" y="1692"/>
                  </a:moveTo>
                  <a:cubicBezTo>
                    <a:pt x="90676" y="3761"/>
                    <a:pt x="95234" y="8141"/>
                    <a:pt x="85371" y="12468"/>
                  </a:cubicBezTo>
                  <a:cubicBezTo>
                    <a:pt x="75508" y="16796"/>
                    <a:pt x="35185" y="17357"/>
                    <a:pt x="24342" y="27657"/>
                  </a:cubicBezTo>
                  <a:cubicBezTo>
                    <a:pt x="13499" y="37957"/>
                    <a:pt x="21695" y="63747"/>
                    <a:pt x="20313" y="74267"/>
                  </a:cubicBezTo>
                  <a:cubicBezTo>
                    <a:pt x="18931" y="84787"/>
                    <a:pt x="18176" y="87162"/>
                    <a:pt x="16049" y="90778"/>
                  </a:cubicBezTo>
                  <a:cubicBezTo>
                    <a:pt x="13922" y="94395"/>
                    <a:pt x="9752" y="96307"/>
                    <a:pt x="7552" y="95966"/>
                  </a:cubicBezTo>
                  <a:cubicBezTo>
                    <a:pt x="5352" y="95625"/>
                    <a:pt x="3747" y="97051"/>
                    <a:pt x="2851" y="88733"/>
                  </a:cubicBezTo>
                  <a:cubicBezTo>
                    <a:pt x="1956" y="80415"/>
                    <a:pt x="2515" y="59802"/>
                    <a:pt x="2179" y="46059"/>
                  </a:cubicBezTo>
                  <a:cubicBezTo>
                    <a:pt x="1843" y="32317"/>
                    <a:pt x="-1531" y="13793"/>
                    <a:pt x="836" y="6278"/>
                  </a:cubicBezTo>
                  <a:cubicBezTo>
                    <a:pt x="3203" y="-1237"/>
                    <a:pt x="9446" y="2006"/>
                    <a:pt x="16380" y="969"/>
                  </a:cubicBezTo>
                  <a:cubicBezTo>
                    <a:pt x="23314" y="-68"/>
                    <a:pt x="31251" y="-66"/>
                    <a:pt x="42441" y="54"/>
                  </a:cubicBezTo>
                  <a:cubicBezTo>
                    <a:pt x="53631" y="175"/>
                    <a:pt x="76366" y="-377"/>
                    <a:pt x="83521" y="1692"/>
                  </a:cubicBezTo>
                  <a:close/>
                </a:path>
              </a:pathLst>
            </a:custGeom>
            <a:solidFill>
              <a:schemeClr val="lt2"/>
            </a:solidFill>
            <a:ln>
              <a:noFill/>
            </a:ln>
          </p:spPr>
        </p:sp>
        <p:sp>
          <p:nvSpPr>
            <p:cNvPr id="66" name="Google Shape;66;p7"/>
            <p:cNvSpPr/>
            <p:nvPr/>
          </p:nvSpPr>
          <p:spPr>
            <a:xfrm>
              <a:off x="-117202" y="4254225"/>
              <a:ext cx="1278555" cy="1056500"/>
            </a:xfrm>
            <a:custGeom>
              <a:rect b="b" l="l" r="r" t="t"/>
              <a:pathLst>
                <a:path extrusionOk="0" h="42260" w="69714">
                  <a:moveTo>
                    <a:pt x="68242" y="39180"/>
                  </a:moveTo>
                  <a:cubicBezTo>
                    <a:pt x="72315" y="36666"/>
                    <a:pt x="67404" y="29884"/>
                    <a:pt x="60013" y="26836"/>
                  </a:cubicBezTo>
                  <a:cubicBezTo>
                    <a:pt x="52622" y="23788"/>
                    <a:pt x="31109" y="23725"/>
                    <a:pt x="23894" y="20892"/>
                  </a:cubicBezTo>
                  <a:cubicBezTo>
                    <a:pt x="16679" y="18059"/>
                    <a:pt x="18505" y="12927"/>
                    <a:pt x="16723" y="9839"/>
                  </a:cubicBezTo>
                  <a:cubicBezTo>
                    <a:pt x="14941" y="6752"/>
                    <a:pt x="14959" y="4004"/>
                    <a:pt x="13203" y="2367"/>
                  </a:cubicBezTo>
                  <a:cubicBezTo>
                    <a:pt x="11447" y="730"/>
                    <a:pt x="8005" y="-136"/>
                    <a:pt x="6189" y="18"/>
                  </a:cubicBezTo>
                  <a:cubicBezTo>
                    <a:pt x="4373" y="172"/>
                    <a:pt x="3047" y="-473"/>
                    <a:pt x="2308" y="3292"/>
                  </a:cubicBezTo>
                  <a:cubicBezTo>
                    <a:pt x="1569" y="7057"/>
                    <a:pt x="2031" y="16386"/>
                    <a:pt x="1754" y="22606"/>
                  </a:cubicBezTo>
                  <a:cubicBezTo>
                    <a:pt x="1477" y="28826"/>
                    <a:pt x="-1203" y="37446"/>
                    <a:pt x="645" y="40610"/>
                  </a:cubicBezTo>
                  <a:cubicBezTo>
                    <a:pt x="2493" y="43774"/>
                    <a:pt x="7021" y="41374"/>
                    <a:pt x="12842" y="41592"/>
                  </a:cubicBezTo>
                  <a:cubicBezTo>
                    <a:pt x="18664" y="41810"/>
                    <a:pt x="26341" y="42322"/>
                    <a:pt x="35574" y="41920"/>
                  </a:cubicBezTo>
                  <a:cubicBezTo>
                    <a:pt x="44807" y="41518"/>
                    <a:pt x="64169" y="41694"/>
                    <a:pt x="68242" y="39180"/>
                  </a:cubicBezTo>
                  <a:close/>
                </a:path>
              </a:pathLst>
            </a:custGeom>
            <a:solidFill>
              <a:schemeClr val="lt2"/>
            </a:solidFill>
            <a:ln>
              <a:noFill/>
            </a:ln>
          </p:spPr>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8"/>
          <p:cNvSpPr txBox="1"/>
          <p:nvPr>
            <p:ph type="title"/>
          </p:nvPr>
        </p:nvSpPr>
        <p:spPr>
          <a:xfrm>
            <a:off x="715100" y="1329288"/>
            <a:ext cx="3856800" cy="25293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69" name="Google Shape;69;p8"/>
          <p:cNvGrpSpPr/>
          <p:nvPr/>
        </p:nvGrpSpPr>
        <p:grpSpPr>
          <a:xfrm flipH="1" rot="10800000">
            <a:off x="-134601" y="-186390"/>
            <a:ext cx="9576842" cy="5528461"/>
            <a:chOff x="-134601" y="-145600"/>
            <a:chExt cx="9576842" cy="5528461"/>
          </a:xfrm>
        </p:grpSpPr>
        <p:grpSp>
          <p:nvGrpSpPr>
            <p:cNvPr id="70" name="Google Shape;70;p8"/>
            <p:cNvGrpSpPr/>
            <p:nvPr/>
          </p:nvGrpSpPr>
          <p:grpSpPr>
            <a:xfrm>
              <a:off x="-134600" y="-112704"/>
              <a:ext cx="9576840" cy="5495565"/>
              <a:chOff x="-134600" y="-112704"/>
              <a:chExt cx="9576840" cy="5495565"/>
            </a:xfrm>
          </p:grpSpPr>
          <p:sp>
            <p:nvSpPr>
              <p:cNvPr id="71" name="Google Shape;71;p8"/>
              <p:cNvSpPr/>
              <p:nvPr/>
            </p:nvSpPr>
            <p:spPr>
              <a:xfrm>
                <a:off x="7820624" y="-112704"/>
                <a:ext cx="1621617" cy="1334043"/>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72" name="Google Shape;72;p8"/>
              <p:cNvSpPr/>
              <p:nvPr/>
            </p:nvSpPr>
            <p:spPr>
              <a:xfrm>
                <a:off x="-134600" y="4443370"/>
                <a:ext cx="1716445" cy="939491"/>
              </a:xfrm>
              <a:custGeom>
                <a:rect b="b" l="l" r="r" t="t"/>
                <a:pathLst>
                  <a:path extrusionOk="0" h="44727" w="81716">
                    <a:moveTo>
                      <a:pt x="13877" y="53"/>
                    </a:moveTo>
                    <a:cubicBezTo>
                      <a:pt x="18248" y="75"/>
                      <a:pt x="22224" y="560"/>
                      <a:pt x="28148" y="5013"/>
                    </a:cubicBezTo>
                    <a:cubicBezTo>
                      <a:pt x="34072" y="9466"/>
                      <a:pt x="43663" y="22455"/>
                      <a:pt x="49423" y="26769"/>
                    </a:cubicBezTo>
                    <a:cubicBezTo>
                      <a:pt x="55183" y="31083"/>
                      <a:pt x="58086" y="29722"/>
                      <a:pt x="62706" y="30895"/>
                    </a:cubicBezTo>
                    <a:cubicBezTo>
                      <a:pt x="67326" y="32068"/>
                      <a:pt x="73981" y="32355"/>
                      <a:pt x="77144" y="33807"/>
                    </a:cubicBezTo>
                    <a:cubicBezTo>
                      <a:pt x="80307" y="35259"/>
                      <a:pt x="81980" y="38106"/>
                      <a:pt x="81682" y="39608"/>
                    </a:cubicBezTo>
                    <a:cubicBezTo>
                      <a:pt x="81384" y="41110"/>
                      <a:pt x="82630" y="42207"/>
                      <a:pt x="75356" y="42818"/>
                    </a:cubicBezTo>
                    <a:cubicBezTo>
                      <a:pt x="68082" y="43429"/>
                      <a:pt x="50055" y="43047"/>
                      <a:pt x="38037" y="43276"/>
                    </a:cubicBezTo>
                    <a:cubicBezTo>
                      <a:pt x="26019" y="43505"/>
                      <a:pt x="9363" y="45722"/>
                      <a:pt x="3248" y="44193"/>
                    </a:cubicBezTo>
                    <a:cubicBezTo>
                      <a:pt x="-2866" y="42665"/>
                      <a:pt x="1571" y="40657"/>
                      <a:pt x="1350" y="34105"/>
                    </a:cubicBezTo>
                    <a:cubicBezTo>
                      <a:pt x="1129" y="27554"/>
                      <a:pt x="-165" y="10559"/>
                      <a:pt x="1923" y="4884"/>
                    </a:cubicBezTo>
                    <a:cubicBezTo>
                      <a:pt x="4011" y="-791"/>
                      <a:pt x="9506" y="32"/>
                      <a:pt x="13877" y="53"/>
                    </a:cubicBezTo>
                    <a:close/>
                  </a:path>
                </a:pathLst>
              </a:custGeom>
              <a:solidFill>
                <a:schemeClr val="lt2"/>
              </a:solidFill>
              <a:ln>
                <a:noFill/>
              </a:ln>
            </p:spPr>
          </p:sp>
        </p:grpSp>
        <p:grpSp>
          <p:nvGrpSpPr>
            <p:cNvPr id="73" name="Google Shape;73;p8"/>
            <p:cNvGrpSpPr/>
            <p:nvPr/>
          </p:nvGrpSpPr>
          <p:grpSpPr>
            <a:xfrm>
              <a:off x="-134601" y="-145600"/>
              <a:ext cx="9495955" cy="5487538"/>
              <a:chOff x="-136026" y="-129900"/>
              <a:chExt cx="9495955" cy="5487538"/>
            </a:xfrm>
          </p:grpSpPr>
          <p:sp>
            <p:nvSpPr>
              <p:cNvPr id="74" name="Google Shape;74;p8"/>
              <p:cNvSpPr/>
              <p:nvPr/>
            </p:nvSpPr>
            <p:spPr>
              <a:xfrm>
                <a:off x="6327450" y="4751322"/>
                <a:ext cx="3032480" cy="606316"/>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75" name="Google Shape;75;p8"/>
              <p:cNvSpPr/>
              <p:nvPr/>
            </p:nvSpPr>
            <p:spPr>
              <a:xfrm>
                <a:off x="-136026" y="-129900"/>
                <a:ext cx="1572658" cy="1031203"/>
              </a:xfrm>
              <a:custGeom>
                <a:rect b="b" l="l" r="r" t="t"/>
                <a:pathLst>
                  <a:path extrusionOk="0" h="58392" w="89052">
                    <a:moveTo>
                      <a:pt x="15374" y="839"/>
                    </a:moveTo>
                    <a:cubicBezTo>
                      <a:pt x="27757" y="13"/>
                      <a:pt x="63623" y="-307"/>
                      <a:pt x="75884" y="359"/>
                    </a:cubicBezTo>
                    <a:cubicBezTo>
                      <a:pt x="88145" y="1025"/>
                      <a:pt x="88104" y="1664"/>
                      <a:pt x="88938" y="4834"/>
                    </a:cubicBezTo>
                    <a:cubicBezTo>
                      <a:pt x="89772" y="8004"/>
                      <a:pt x="85929" y="15516"/>
                      <a:pt x="80886" y="19378"/>
                    </a:cubicBezTo>
                    <a:cubicBezTo>
                      <a:pt x="75844" y="23240"/>
                      <a:pt x="64946" y="23986"/>
                      <a:pt x="58683" y="28008"/>
                    </a:cubicBezTo>
                    <a:cubicBezTo>
                      <a:pt x="52421" y="32030"/>
                      <a:pt x="48740" y="39302"/>
                      <a:pt x="43311" y="43510"/>
                    </a:cubicBezTo>
                    <a:cubicBezTo>
                      <a:pt x="37882" y="47719"/>
                      <a:pt x="32588" y="50803"/>
                      <a:pt x="26110" y="53259"/>
                    </a:cubicBezTo>
                    <a:cubicBezTo>
                      <a:pt x="19632" y="55715"/>
                      <a:pt x="8695" y="59150"/>
                      <a:pt x="4445" y="58244"/>
                    </a:cubicBezTo>
                    <a:cubicBezTo>
                      <a:pt x="196" y="57338"/>
                      <a:pt x="1089" y="56647"/>
                      <a:pt x="613" y="47825"/>
                    </a:cubicBezTo>
                    <a:cubicBezTo>
                      <a:pt x="137" y="39003"/>
                      <a:pt x="-871" y="13145"/>
                      <a:pt x="1589" y="5314"/>
                    </a:cubicBezTo>
                    <a:cubicBezTo>
                      <a:pt x="4049" y="-2517"/>
                      <a:pt x="2992" y="1665"/>
                      <a:pt x="15374" y="839"/>
                    </a:cubicBezTo>
                    <a:close/>
                  </a:path>
                </a:pathLst>
              </a:custGeom>
              <a:solidFill>
                <a:schemeClr val="lt2"/>
              </a:solidFill>
              <a:ln>
                <a:noFill/>
              </a:ln>
            </p:spPr>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 name="Shape 76"/>
        <p:cNvGrpSpPr/>
        <p:nvPr/>
      </p:nvGrpSpPr>
      <p:grpSpPr>
        <a:xfrm>
          <a:off x="0" y="0"/>
          <a:ext cx="0" cy="0"/>
          <a:chOff x="0" y="0"/>
          <a:chExt cx="0" cy="0"/>
        </a:xfrm>
      </p:grpSpPr>
      <p:sp>
        <p:nvSpPr>
          <p:cNvPr id="77" name="Google Shape;77;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p:txBody>
      </p:sp>
      <p:sp>
        <p:nvSpPr>
          <p:cNvPr id="78" name="Google Shape;78;p9"/>
          <p:cNvSpPr txBox="1"/>
          <p:nvPr>
            <p:ph idx="1" type="body"/>
          </p:nvPr>
        </p:nvSpPr>
        <p:spPr>
          <a:xfrm>
            <a:off x="720000" y="1094425"/>
            <a:ext cx="7704000" cy="32514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accent1"/>
              </a:buClr>
              <a:buSzPts val="1400"/>
              <a:buFont typeface="Anaheim"/>
              <a:buChar char="●"/>
              <a:defRPr/>
            </a:lvl1pPr>
            <a:lvl2pPr indent="-317500" lvl="1" marL="914400" rtl="0">
              <a:lnSpc>
                <a:spcPct val="100000"/>
              </a:lnSpc>
              <a:spcBef>
                <a:spcPts val="0"/>
              </a:spcBef>
              <a:spcAft>
                <a:spcPts val="0"/>
              </a:spcAft>
              <a:buClr>
                <a:schemeClr val="hlink"/>
              </a:buClr>
              <a:buSzPts val="1400"/>
              <a:buFont typeface="Anaheim"/>
              <a:buChar char="○"/>
              <a:defRPr/>
            </a:lvl2pPr>
            <a:lvl3pPr indent="-317500" lvl="2" marL="1371600" rtl="0">
              <a:lnSpc>
                <a:spcPct val="100000"/>
              </a:lnSpc>
              <a:spcBef>
                <a:spcPts val="0"/>
              </a:spcBef>
              <a:spcAft>
                <a:spcPts val="0"/>
              </a:spcAft>
              <a:buClr>
                <a:schemeClr val="hlink"/>
              </a:buClr>
              <a:buSzPts val="1400"/>
              <a:buFont typeface="Anaheim"/>
              <a:buChar char="■"/>
              <a:defRPr/>
            </a:lvl3pPr>
            <a:lvl4pPr indent="-317500" lvl="3" marL="1828800" rtl="0">
              <a:lnSpc>
                <a:spcPct val="100000"/>
              </a:lnSpc>
              <a:spcBef>
                <a:spcPts val="0"/>
              </a:spcBef>
              <a:spcAft>
                <a:spcPts val="0"/>
              </a:spcAft>
              <a:buClr>
                <a:schemeClr val="hlink"/>
              </a:buClr>
              <a:buSzPts val="1400"/>
              <a:buFont typeface="Anaheim"/>
              <a:buChar char="●"/>
              <a:defRPr/>
            </a:lvl4pPr>
            <a:lvl5pPr indent="-317500" lvl="4" marL="2286000" rtl="0">
              <a:lnSpc>
                <a:spcPct val="100000"/>
              </a:lnSpc>
              <a:spcBef>
                <a:spcPts val="0"/>
              </a:spcBef>
              <a:spcAft>
                <a:spcPts val="0"/>
              </a:spcAft>
              <a:buClr>
                <a:schemeClr val="hlink"/>
              </a:buClr>
              <a:buSzPts val="1400"/>
              <a:buFont typeface="Anaheim"/>
              <a:buChar char="○"/>
              <a:defRPr/>
            </a:lvl5pPr>
            <a:lvl6pPr indent="-317500" lvl="5" marL="2743200" rtl="0">
              <a:lnSpc>
                <a:spcPct val="100000"/>
              </a:lnSpc>
              <a:spcBef>
                <a:spcPts val="0"/>
              </a:spcBef>
              <a:spcAft>
                <a:spcPts val="0"/>
              </a:spcAft>
              <a:buClr>
                <a:schemeClr val="hlink"/>
              </a:buClr>
              <a:buSzPts val="1400"/>
              <a:buFont typeface="Anaheim"/>
              <a:buChar char="■"/>
              <a:defRPr/>
            </a:lvl6pPr>
            <a:lvl7pPr indent="-317500" lvl="6" marL="3200400" rtl="0">
              <a:lnSpc>
                <a:spcPct val="100000"/>
              </a:lnSpc>
              <a:spcBef>
                <a:spcPts val="0"/>
              </a:spcBef>
              <a:spcAft>
                <a:spcPts val="0"/>
              </a:spcAft>
              <a:buClr>
                <a:schemeClr val="hlink"/>
              </a:buClr>
              <a:buSzPts val="1400"/>
              <a:buFont typeface="Anaheim"/>
              <a:buChar char="●"/>
              <a:defRPr/>
            </a:lvl7pPr>
            <a:lvl8pPr indent="-317500" lvl="7" marL="3657600" rtl="0">
              <a:lnSpc>
                <a:spcPct val="100000"/>
              </a:lnSpc>
              <a:spcBef>
                <a:spcPts val="0"/>
              </a:spcBef>
              <a:spcAft>
                <a:spcPts val="0"/>
              </a:spcAft>
              <a:buClr>
                <a:schemeClr val="hlink"/>
              </a:buClr>
              <a:buSzPts val="1400"/>
              <a:buFont typeface="Anaheim"/>
              <a:buChar char="○"/>
              <a:defRPr/>
            </a:lvl8pPr>
            <a:lvl9pPr indent="-317500" lvl="8" marL="4114800" rtl="0">
              <a:lnSpc>
                <a:spcPct val="100000"/>
              </a:lnSpc>
              <a:spcBef>
                <a:spcPts val="0"/>
              </a:spcBef>
              <a:spcAft>
                <a:spcPts val="0"/>
              </a:spcAft>
              <a:buClr>
                <a:schemeClr val="hlink"/>
              </a:buClr>
              <a:buSzPts val="1400"/>
              <a:buFont typeface="Anaheim"/>
              <a:buChar char="■"/>
              <a:defRPr/>
            </a:lvl9pPr>
          </a:lstStyle>
          <a:p/>
        </p:txBody>
      </p:sp>
      <p:grpSp>
        <p:nvGrpSpPr>
          <p:cNvPr id="79" name="Google Shape;79;p9"/>
          <p:cNvGrpSpPr/>
          <p:nvPr/>
        </p:nvGrpSpPr>
        <p:grpSpPr>
          <a:xfrm flipH="1">
            <a:off x="-123152" y="-138658"/>
            <a:ext cx="9390305" cy="5420820"/>
            <a:chOff x="-140519" y="-110095"/>
            <a:chExt cx="9390305" cy="5420820"/>
          </a:xfrm>
        </p:grpSpPr>
        <p:grpSp>
          <p:nvGrpSpPr>
            <p:cNvPr id="80" name="Google Shape;80;p9"/>
            <p:cNvGrpSpPr/>
            <p:nvPr/>
          </p:nvGrpSpPr>
          <p:grpSpPr>
            <a:xfrm>
              <a:off x="-140519" y="-83725"/>
              <a:ext cx="9376031" cy="5326979"/>
              <a:chOff x="-140519" y="-83725"/>
              <a:chExt cx="9376031" cy="5326979"/>
            </a:xfrm>
          </p:grpSpPr>
          <p:sp>
            <p:nvSpPr>
              <p:cNvPr id="81" name="Google Shape;81;p9"/>
              <p:cNvSpPr/>
              <p:nvPr/>
            </p:nvSpPr>
            <p:spPr>
              <a:xfrm>
                <a:off x="-140519" y="-83725"/>
                <a:ext cx="1571875" cy="1044200"/>
              </a:xfrm>
              <a:custGeom>
                <a:rect b="b" l="l" r="r" t="t"/>
                <a:pathLst>
                  <a:path extrusionOk="0" h="41768" w="62875">
                    <a:moveTo>
                      <a:pt x="58532" y="733"/>
                    </a:moveTo>
                    <a:cubicBezTo>
                      <a:pt x="63546" y="1629"/>
                      <a:pt x="64533" y="4043"/>
                      <a:pt x="59828" y="5401"/>
                    </a:cubicBezTo>
                    <a:cubicBezTo>
                      <a:pt x="55124" y="6759"/>
                      <a:pt x="37201" y="6640"/>
                      <a:pt x="30305" y="8879"/>
                    </a:cubicBezTo>
                    <a:cubicBezTo>
                      <a:pt x="23409" y="11118"/>
                      <a:pt x="21298" y="14331"/>
                      <a:pt x="18454" y="18834"/>
                    </a:cubicBezTo>
                    <a:cubicBezTo>
                      <a:pt x="15610" y="23338"/>
                      <a:pt x="15433" y="32110"/>
                      <a:pt x="13239" y="35900"/>
                    </a:cubicBezTo>
                    <a:cubicBezTo>
                      <a:pt x="11045" y="39690"/>
                      <a:pt x="7166" y="41149"/>
                      <a:pt x="5292" y="41572"/>
                    </a:cubicBezTo>
                    <a:cubicBezTo>
                      <a:pt x="3419" y="41995"/>
                      <a:pt x="2626" y="42042"/>
                      <a:pt x="1998" y="38439"/>
                    </a:cubicBezTo>
                    <a:cubicBezTo>
                      <a:pt x="1371" y="34836"/>
                      <a:pt x="1762" y="25906"/>
                      <a:pt x="1527" y="19953"/>
                    </a:cubicBezTo>
                    <a:cubicBezTo>
                      <a:pt x="1292" y="14000"/>
                      <a:pt x="-1073" y="5976"/>
                      <a:pt x="586" y="2720"/>
                    </a:cubicBezTo>
                    <a:cubicBezTo>
                      <a:pt x="2245" y="-535"/>
                      <a:pt x="6620" y="870"/>
                      <a:pt x="11479" y="420"/>
                    </a:cubicBezTo>
                    <a:cubicBezTo>
                      <a:pt x="16339" y="-29"/>
                      <a:pt x="21901" y="-29"/>
                      <a:pt x="29743" y="23"/>
                    </a:cubicBezTo>
                    <a:cubicBezTo>
                      <a:pt x="37585" y="75"/>
                      <a:pt x="53518" y="-163"/>
                      <a:pt x="58532" y="733"/>
                    </a:cubicBezTo>
                    <a:close/>
                  </a:path>
                </a:pathLst>
              </a:custGeom>
              <a:solidFill>
                <a:schemeClr val="lt2"/>
              </a:solidFill>
              <a:ln>
                <a:noFill/>
              </a:ln>
            </p:spPr>
          </p:sp>
          <p:sp>
            <p:nvSpPr>
              <p:cNvPr id="82" name="Google Shape;82;p9"/>
              <p:cNvSpPr/>
              <p:nvPr/>
            </p:nvSpPr>
            <p:spPr>
              <a:xfrm>
                <a:off x="8330185" y="4487729"/>
                <a:ext cx="905327" cy="755525"/>
              </a:xfrm>
              <a:custGeom>
                <a:rect b="b" l="l" r="r" t="t"/>
                <a:pathLst>
                  <a:path extrusionOk="0" h="34237" w="41030">
                    <a:moveTo>
                      <a:pt x="34537" y="33432"/>
                    </a:moveTo>
                    <a:cubicBezTo>
                      <a:pt x="28708" y="33963"/>
                      <a:pt x="11105" y="34676"/>
                      <a:pt x="5376" y="33882"/>
                    </a:cubicBezTo>
                    <a:cubicBezTo>
                      <a:pt x="-353" y="33088"/>
                      <a:pt x="-233" y="30484"/>
                      <a:pt x="162" y="28667"/>
                    </a:cubicBezTo>
                    <a:cubicBezTo>
                      <a:pt x="557" y="26850"/>
                      <a:pt x="5851" y="25902"/>
                      <a:pt x="7747" y="22979"/>
                    </a:cubicBezTo>
                    <a:cubicBezTo>
                      <a:pt x="9643" y="20056"/>
                      <a:pt x="8695" y="13497"/>
                      <a:pt x="11539" y="11127"/>
                    </a:cubicBezTo>
                    <a:cubicBezTo>
                      <a:pt x="14383" y="8757"/>
                      <a:pt x="21734" y="10385"/>
                      <a:pt x="24813" y="8757"/>
                    </a:cubicBezTo>
                    <a:cubicBezTo>
                      <a:pt x="27892" y="7129"/>
                      <a:pt x="27653" y="2770"/>
                      <a:pt x="30011" y="1357"/>
                    </a:cubicBezTo>
                    <a:cubicBezTo>
                      <a:pt x="32369" y="-56"/>
                      <a:pt x="37169" y="-273"/>
                      <a:pt x="38961" y="281"/>
                    </a:cubicBezTo>
                    <a:cubicBezTo>
                      <a:pt x="40753" y="835"/>
                      <a:pt x="40530" y="-387"/>
                      <a:pt x="40761" y="4682"/>
                    </a:cubicBezTo>
                    <a:cubicBezTo>
                      <a:pt x="40992" y="9751"/>
                      <a:pt x="41386" y="25902"/>
                      <a:pt x="40349" y="30694"/>
                    </a:cubicBezTo>
                    <a:cubicBezTo>
                      <a:pt x="39312" y="35486"/>
                      <a:pt x="40366" y="32901"/>
                      <a:pt x="34537" y="33432"/>
                    </a:cubicBezTo>
                    <a:close/>
                  </a:path>
                </a:pathLst>
              </a:custGeom>
              <a:solidFill>
                <a:schemeClr val="lt2"/>
              </a:solidFill>
              <a:ln>
                <a:noFill/>
              </a:ln>
            </p:spPr>
          </p:sp>
        </p:grpSp>
        <p:grpSp>
          <p:nvGrpSpPr>
            <p:cNvPr id="83" name="Google Shape;83;p9"/>
            <p:cNvGrpSpPr/>
            <p:nvPr/>
          </p:nvGrpSpPr>
          <p:grpSpPr>
            <a:xfrm>
              <a:off x="-117205" y="-110095"/>
              <a:ext cx="9366991" cy="5420820"/>
              <a:chOff x="-24492" y="-101207"/>
              <a:chExt cx="9366991" cy="5420820"/>
            </a:xfrm>
          </p:grpSpPr>
          <p:sp>
            <p:nvSpPr>
              <p:cNvPr id="84" name="Google Shape;84;p9"/>
              <p:cNvSpPr/>
              <p:nvPr/>
            </p:nvSpPr>
            <p:spPr>
              <a:xfrm>
                <a:off x="8063998" y="-101207"/>
                <a:ext cx="1278500" cy="930425"/>
              </a:xfrm>
              <a:custGeom>
                <a:rect b="b" l="l" r="r" t="t"/>
                <a:pathLst>
                  <a:path extrusionOk="0" h="37217" w="51140">
                    <a:moveTo>
                      <a:pt x="3162" y="2686"/>
                    </a:moveTo>
                    <a:cubicBezTo>
                      <a:pt x="-3083" y="4730"/>
                      <a:pt x="1083" y="10782"/>
                      <a:pt x="5694" y="12840"/>
                    </a:cubicBezTo>
                    <a:cubicBezTo>
                      <a:pt x="10305" y="14898"/>
                      <a:pt x="25954" y="11685"/>
                      <a:pt x="30829" y="15032"/>
                    </a:cubicBezTo>
                    <a:cubicBezTo>
                      <a:pt x="35704" y="18380"/>
                      <a:pt x="32811" y="29257"/>
                      <a:pt x="34944" y="32925"/>
                    </a:cubicBezTo>
                    <a:cubicBezTo>
                      <a:pt x="37078" y="36593"/>
                      <a:pt x="40987" y="37692"/>
                      <a:pt x="43630" y="37039"/>
                    </a:cubicBezTo>
                    <a:cubicBezTo>
                      <a:pt x="46273" y="36386"/>
                      <a:pt x="49862" y="34689"/>
                      <a:pt x="50803" y="29007"/>
                    </a:cubicBezTo>
                    <a:cubicBezTo>
                      <a:pt x="51744" y="23325"/>
                      <a:pt x="50548" y="7684"/>
                      <a:pt x="49275" y="2945"/>
                    </a:cubicBezTo>
                    <a:cubicBezTo>
                      <a:pt x="48002" y="-1793"/>
                      <a:pt x="50851" y="619"/>
                      <a:pt x="43165" y="576"/>
                    </a:cubicBezTo>
                    <a:cubicBezTo>
                      <a:pt x="35480" y="533"/>
                      <a:pt x="9407" y="642"/>
                      <a:pt x="3162" y="2686"/>
                    </a:cubicBezTo>
                    <a:close/>
                  </a:path>
                </a:pathLst>
              </a:custGeom>
              <a:solidFill>
                <a:schemeClr val="lt2"/>
              </a:solidFill>
              <a:ln>
                <a:noFill/>
              </a:ln>
            </p:spPr>
          </p:sp>
          <p:sp>
            <p:nvSpPr>
              <p:cNvPr id="85" name="Google Shape;85;p9"/>
              <p:cNvSpPr/>
              <p:nvPr/>
            </p:nvSpPr>
            <p:spPr>
              <a:xfrm>
                <a:off x="-24492" y="4258063"/>
                <a:ext cx="1297850" cy="1061550"/>
              </a:xfrm>
              <a:custGeom>
                <a:rect b="b" l="l" r="r" t="t"/>
                <a:pathLst>
                  <a:path extrusionOk="0" h="42462" w="51914">
                    <a:moveTo>
                      <a:pt x="50063" y="39382"/>
                    </a:moveTo>
                    <a:cubicBezTo>
                      <a:pt x="53690" y="37586"/>
                      <a:pt x="51467" y="33714"/>
                      <a:pt x="47861" y="31348"/>
                    </a:cubicBezTo>
                    <a:cubicBezTo>
                      <a:pt x="44255" y="28982"/>
                      <a:pt x="32929" y="27397"/>
                      <a:pt x="28425" y="25185"/>
                    </a:cubicBezTo>
                    <a:cubicBezTo>
                      <a:pt x="23922" y="22973"/>
                      <a:pt x="22894" y="21551"/>
                      <a:pt x="20840" y="18075"/>
                    </a:cubicBezTo>
                    <a:cubicBezTo>
                      <a:pt x="18786" y="14599"/>
                      <a:pt x="18233" y="7330"/>
                      <a:pt x="16100" y="4327"/>
                    </a:cubicBezTo>
                    <a:cubicBezTo>
                      <a:pt x="13967" y="1325"/>
                      <a:pt x="10442" y="199"/>
                      <a:pt x="8041" y="60"/>
                    </a:cubicBezTo>
                    <a:cubicBezTo>
                      <a:pt x="5640" y="-79"/>
                      <a:pt x="2820" y="-297"/>
                      <a:pt x="1694" y="3494"/>
                    </a:cubicBezTo>
                    <a:cubicBezTo>
                      <a:pt x="568" y="7285"/>
                      <a:pt x="1490" y="16588"/>
                      <a:pt x="1287" y="22808"/>
                    </a:cubicBezTo>
                    <a:cubicBezTo>
                      <a:pt x="1084" y="29028"/>
                      <a:pt x="-882" y="37648"/>
                      <a:pt x="474" y="40812"/>
                    </a:cubicBezTo>
                    <a:cubicBezTo>
                      <a:pt x="1830" y="43976"/>
                      <a:pt x="5150" y="41576"/>
                      <a:pt x="9421" y="41794"/>
                    </a:cubicBezTo>
                    <a:cubicBezTo>
                      <a:pt x="13692" y="42012"/>
                      <a:pt x="19324" y="42524"/>
                      <a:pt x="26098" y="42122"/>
                    </a:cubicBezTo>
                    <a:cubicBezTo>
                      <a:pt x="32872" y="41720"/>
                      <a:pt x="46436" y="41178"/>
                      <a:pt x="50063" y="39382"/>
                    </a:cubicBezTo>
                    <a:close/>
                  </a:path>
                </a:pathLst>
              </a:custGeom>
              <a:solidFill>
                <a:schemeClr val="lt2"/>
              </a:solidFill>
              <a:ln>
                <a:noFill/>
              </a:ln>
            </p:spPr>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10"/>
          <p:cNvSpPr/>
          <p:nvPr>
            <p:ph idx="2" type="pic"/>
          </p:nvPr>
        </p:nvSpPr>
        <p:spPr>
          <a:xfrm>
            <a:off x="0" y="0"/>
            <a:ext cx="9144000" cy="5143500"/>
          </a:xfrm>
          <a:prstGeom prst="rect">
            <a:avLst/>
          </a:prstGeom>
          <a:noFill/>
          <a:ln>
            <a:noFill/>
          </a:ln>
        </p:spPr>
      </p:sp>
      <p:sp>
        <p:nvSpPr>
          <p:cNvPr id="88" name="Google Shape;88;p10"/>
          <p:cNvSpPr txBox="1"/>
          <p:nvPr>
            <p:ph type="title"/>
          </p:nvPr>
        </p:nvSpPr>
        <p:spPr>
          <a:xfrm>
            <a:off x="720000" y="3859100"/>
            <a:ext cx="7704000" cy="749400"/>
          </a:xfrm>
          <a:prstGeom prst="rect">
            <a:avLst/>
          </a:prstGeom>
          <a:solidFill>
            <a:schemeClr val="accent3"/>
          </a:solidFill>
        </p:spPr>
        <p:txBody>
          <a:bodyPr anchorCtr="0" anchor="t" bIns="91425" lIns="91425" spcFirstLastPara="1" rIns="91425" wrap="square" tIns="91425">
            <a:noAutofit/>
          </a:bodyPr>
          <a:lstStyle>
            <a:lvl1pPr lvl="0" rtl="0" algn="ctr">
              <a:spcBef>
                <a:spcPts val="0"/>
              </a:spcBef>
              <a:spcAft>
                <a:spcPts val="0"/>
              </a:spcAft>
              <a:buSzPts val="35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11"/>
          <p:cNvSpPr txBox="1"/>
          <p:nvPr>
            <p:ph hasCustomPrompt="1" type="title"/>
          </p:nvPr>
        </p:nvSpPr>
        <p:spPr>
          <a:xfrm>
            <a:off x="1284000" y="1366338"/>
            <a:ext cx="6576000" cy="1511100"/>
          </a:xfrm>
          <a:prstGeom prst="rect">
            <a:avLst/>
          </a:prstGeom>
        </p:spPr>
        <p:txBody>
          <a:bodyPr anchorCtr="0" anchor="t" bIns="91425" lIns="91425" spcFirstLastPara="1" rIns="91425" wrap="square" tIns="91425">
            <a:noAutofit/>
          </a:bodyPr>
          <a:lstStyle>
            <a:lvl1pPr lvl="0" algn="ctr">
              <a:spcBef>
                <a:spcPts val="0"/>
              </a:spcBef>
              <a:spcAft>
                <a:spcPts val="0"/>
              </a:spcAft>
              <a:buSzPts val="9600"/>
              <a:buNone/>
              <a:defRPr sz="96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11"/>
          <p:cNvSpPr txBox="1"/>
          <p:nvPr>
            <p:ph idx="1" type="subTitle"/>
          </p:nvPr>
        </p:nvSpPr>
        <p:spPr>
          <a:xfrm>
            <a:off x="1284000" y="3063763"/>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92" name="Google Shape;92;p11"/>
          <p:cNvGrpSpPr/>
          <p:nvPr/>
        </p:nvGrpSpPr>
        <p:grpSpPr>
          <a:xfrm flipH="1" rot="10800000">
            <a:off x="-107646" y="-130856"/>
            <a:ext cx="9412830" cy="5440104"/>
            <a:chOff x="-107646" y="-123507"/>
            <a:chExt cx="9412830" cy="5440104"/>
          </a:xfrm>
        </p:grpSpPr>
        <p:grpSp>
          <p:nvGrpSpPr>
            <p:cNvPr id="93" name="Google Shape;93;p11"/>
            <p:cNvGrpSpPr/>
            <p:nvPr/>
          </p:nvGrpSpPr>
          <p:grpSpPr>
            <a:xfrm>
              <a:off x="-81602" y="-123507"/>
              <a:ext cx="9386786" cy="5440104"/>
              <a:chOff x="-81602" y="-123507"/>
              <a:chExt cx="9386786" cy="5440104"/>
            </a:xfrm>
          </p:grpSpPr>
          <p:sp>
            <p:nvSpPr>
              <p:cNvPr id="94" name="Google Shape;94;p11"/>
              <p:cNvSpPr/>
              <p:nvPr/>
            </p:nvSpPr>
            <p:spPr>
              <a:xfrm>
                <a:off x="7497649" y="-123507"/>
                <a:ext cx="1807535" cy="1155142"/>
              </a:xfrm>
              <a:custGeom>
                <a:rect b="b" l="l" r="r" t="t"/>
                <a:pathLst>
                  <a:path extrusionOk="0" h="37353" w="58449">
                    <a:moveTo>
                      <a:pt x="4454" y="1379"/>
                    </a:moveTo>
                    <a:cubicBezTo>
                      <a:pt x="-2676" y="4311"/>
                      <a:pt x="-37" y="15549"/>
                      <a:pt x="4002" y="19023"/>
                    </a:cubicBezTo>
                    <a:cubicBezTo>
                      <a:pt x="8041" y="22497"/>
                      <a:pt x="22404" y="19745"/>
                      <a:pt x="28690" y="22223"/>
                    </a:cubicBezTo>
                    <a:cubicBezTo>
                      <a:pt x="34976" y="24701"/>
                      <a:pt x="37995" y="31409"/>
                      <a:pt x="41719" y="33892"/>
                    </a:cubicBezTo>
                    <a:cubicBezTo>
                      <a:pt x="45443" y="36376"/>
                      <a:pt x="48291" y="37971"/>
                      <a:pt x="51036" y="37124"/>
                    </a:cubicBezTo>
                    <a:cubicBezTo>
                      <a:pt x="53781" y="36277"/>
                      <a:pt x="57378" y="34378"/>
                      <a:pt x="58190" y="28809"/>
                    </a:cubicBezTo>
                    <a:cubicBezTo>
                      <a:pt x="59002" y="23240"/>
                      <a:pt x="57810" y="8274"/>
                      <a:pt x="55909" y="3711"/>
                    </a:cubicBezTo>
                    <a:cubicBezTo>
                      <a:pt x="54008" y="-852"/>
                      <a:pt x="55359" y="1819"/>
                      <a:pt x="46783" y="1430"/>
                    </a:cubicBezTo>
                    <a:cubicBezTo>
                      <a:pt x="38207" y="1041"/>
                      <a:pt x="11584" y="-1553"/>
                      <a:pt x="4454" y="1379"/>
                    </a:cubicBezTo>
                    <a:close/>
                  </a:path>
                </a:pathLst>
              </a:custGeom>
              <a:solidFill>
                <a:schemeClr val="lt2"/>
              </a:solidFill>
              <a:ln>
                <a:noFill/>
              </a:ln>
            </p:spPr>
          </p:sp>
          <p:sp>
            <p:nvSpPr>
              <p:cNvPr id="95" name="Google Shape;95;p11"/>
              <p:cNvSpPr/>
              <p:nvPr/>
            </p:nvSpPr>
            <p:spPr>
              <a:xfrm>
                <a:off x="-81602" y="3231541"/>
                <a:ext cx="1352859" cy="2085056"/>
              </a:xfrm>
              <a:custGeom>
                <a:rect b="b" l="l" r="r" t="t"/>
                <a:pathLst>
                  <a:path extrusionOk="0" h="69711" w="45231">
                    <a:moveTo>
                      <a:pt x="45219" y="64778"/>
                    </a:moveTo>
                    <a:cubicBezTo>
                      <a:pt x="44836" y="61372"/>
                      <a:pt x="31848" y="52963"/>
                      <a:pt x="27240" y="47643"/>
                    </a:cubicBezTo>
                    <a:cubicBezTo>
                      <a:pt x="22632" y="42323"/>
                      <a:pt x="19872" y="39723"/>
                      <a:pt x="17573" y="32857"/>
                    </a:cubicBezTo>
                    <a:cubicBezTo>
                      <a:pt x="15274" y="25991"/>
                      <a:pt x="15235" y="11882"/>
                      <a:pt x="13447" y="6449"/>
                    </a:cubicBezTo>
                    <a:cubicBezTo>
                      <a:pt x="11659" y="1016"/>
                      <a:pt x="8908" y="879"/>
                      <a:pt x="6845" y="260"/>
                    </a:cubicBezTo>
                    <a:cubicBezTo>
                      <a:pt x="4782" y="-359"/>
                      <a:pt x="2031" y="0"/>
                      <a:pt x="1068" y="2736"/>
                    </a:cubicBezTo>
                    <a:cubicBezTo>
                      <a:pt x="105" y="5472"/>
                      <a:pt x="998" y="10722"/>
                      <a:pt x="1068" y="16677"/>
                    </a:cubicBezTo>
                    <a:cubicBezTo>
                      <a:pt x="1138" y="22632"/>
                      <a:pt x="1556" y="31479"/>
                      <a:pt x="1487" y="38464"/>
                    </a:cubicBezTo>
                    <a:cubicBezTo>
                      <a:pt x="1418" y="45449"/>
                      <a:pt x="436" y="53484"/>
                      <a:pt x="656" y="58589"/>
                    </a:cubicBezTo>
                    <a:cubicBezTo>
                      <a:pt x="877" y="63694"/>
                      <a:pt x="-2004" y="67513"/>
                      <a:pt x="2810" y="69095"/>
                    </a:cubicBezTo>
                    <a:cubicBezTo>
                      <a:pt x="7624" y="70677"/>
                      <a:pt x="22471" y="68799"/>
                      <a:pt x="29539" y="68079"/>
                    </a:cubicBezTo>
                    <a:cubicBezTo>
                      <a:pt x="36607" y="67360"/>
                      <a:pt x="45602" y="68184"/>
                      <a:pt x="45219" y="64778"/>
                    </a:cubicBezTo>
                    <a:close/>
                  </a:path>
                </a:pathLst>
              </a:custGeom>
              <a:solidFill>
                <a:schemeClr val="lt2"/>
              </a:solidFill>
              <a:ln>
                <a:noFill/>
              </a:ln>
            </p:spPr>
          </p:sp>
        </p:grpSp>
        <p:grpSp>
          <p:nvGrpSpPr>
            <p:cNvPr id="96" name="Google Shape;96;p11"/>
            <p:cNvGrpSpPr/>
            <p:nvPr/>
          </p:nvGrpSpPr>
          <p:grpSpPr>
            <a:xfrm>
              <a:off x="-107646" y="-20725"/>
              <a:ext cx="9343233" cy="5259959"/>
              <a:chOff x="-107646" y="-20725"/>
              <a:chExt cx="9343233" cy="5259959"/>
            </a:xfrm>
          </p:grpSpPr>
          <p:sp>
            <p:nvSpPr>
              <p:cNvPr id="97" name="Google Shape;97;p11"/>
              <p:cNvSpPr/>
              <p:nvPr/>
            </p:nvSpPr>
            <p:spPr>
              <a:xfrm>
                <a:off x="-107646" y="-20725"/>
                <a:ext cx="1189150" cy="1371625"/>
              </a:xfrm>
              <a:custGeom>
                <a:rect b="b" l="l" r="r" t="t"/>
                <a:pathLst>
                  <a:path extrusionOk="0" h="54865" w="47566">
                    <a:moveTo>
                      <a:pt x="47523" y="1187"/>
                    </a:moveTo>
                    <a:cubicBezTo>
                      <a:pt x="48474" y="3173"/>
                      <a:pt x="33401" y="7672"/>
                      <a:pt x="29856" y="12169"/>
                    </a:cubicBezTo>
                    <a:cubicBezTo>
                      <a:pt x="26311" y="16666"/>
                      <a:pt x="28989" y="23675"/>
                      <a:pt x="26255" y="28171"/>
                    </a:cubicBezTo>
                    <a:cubicBezTo>
                      <a:pt x="23521" y="32667"/>
                      <a:pt x="16308" y="35192"/>
                      <a:pt x="13454" y="39143"/>
                    </a:cubicBezTo>
                    <a:cubicBezTo>
                      <a:pt x="10600" y="43094"/>
                      <a:pt x="10658" y="49263"/>
                      <a:pt x="9132" y="51877"/>
                    </a:cubicBezTo>
                    <a:cubicBezTo>
                      <a:pt x="7606" y="54491"/>
                      <a:pt x="5549" y="55023"/>
                      <a:pt x="4297" y="54829"/>
                    </a:cubicBezTo>
                    <a:cubicBezTo>
                      <a:pt x="3045" y="54635"/>
                      <a:pt x="2132" y="55446"/>
                      <a:pt x="1622" y="50713"/>
                    </a:cubicBezTo>
                    <a:cubicBezTo>
                      <a:pt x="1113" y="45980"/>
                      <a:pt x="1431" y="34251"/>
                      <a:pt x="1240" y="26432"/>
                    </a:cubicBezTo>
                    <a:cubicBezTo>
                      <a:pt x="1049" y="18613"/>
                      <a:pt x="-871" y="8073"/>
                      <a:pt x="476" y="3797"/>
                    </a:cubicBezTo>
                    <a:cubicBezTo>
                      <a:pt x="1823" y="-479"/>
                      <a:pt x="5375" y="1366"/>
                      <a:pt x="9320" y="776"/>
                    </a:cubicBezTo>
                    <a:cubicBezTo>
                      <a:pt x="13266" y="186"/>
                      <a:pt x="17782" y="187"/>
                      <a:pt x="24149" y="255"/>
                    </a:cubicBezTo>
                    <a:cubicBezTo>
                      <a:pt x="30516" y="324"/>
                      <a:pt x="46572" y="-799"/>
                      <a:pt x="47523" y="1187"/>
                    </a:cubicBezTo>
                    <a:close/>
                  </a:path>
                </a:pathLst>
              </a:custGeom>
              <a:solidFill>
                <a:schemeClr val="lt2"/>
              </a:solidFill>
              <a:ln>
                <a:noFill/>
              </a:ln>
            </p:spPr>
          </p:sp>
          <p:sp>
            <p:nvSpPr>
              <p:cNvPr id="98" name="Google Shape;98;p11"/>
              <p:cNvSpPr/>
              <p:nvPr/>
            </p:nvSpPr>
            <p:spPr>
              <a:xfrm>
                <a:off x="7603571" y="3982542"/>
                <a:ext cx="1632015" cy="1256692"/>
              </a:xfrm>
              <a:custGeom>
                <a:rect b="b" l="l" r="r" t="t"/>
                <a:pathLst>
                  <a:path extrusionOk="0" h="38934" w="50562">
                    <a:moveTo>
                      <a:pt x="43133" y="38215"/>
                    </a:moveTo>
                    <a:cubicBezTo>
                      <a:pt x="37160" y="38793"/>
                      <a:pt x="21086" y="38627"/>
                      <a:pt x="13942" y="38551"/>
                    </a:cubicBezTo>
                    <a:cubicBezTo>
                      <a:pt x="6798" y="38475"/>
                      <a:pt x="1557" y="39871"/>
                      <a:pt x="269" y="37758"/>
                    </a:cubicBezTo>
                    <a:cubicBezTo>
                      <a:pt x="-1019" y="35645"/>
                      <a:pt x="2551" y="28966"/>
                      <a:pt x="6213" y="25871"/>
                    </a:cubicBezTo>
                    <a:cubicBezTo>
                      <a:pt x="9875" y="22776"/>
                      <a:pt x="18333" y="22110"/>
                      <a:pt x="22240" y="19186"/>
                    </a:cubicBezTo>
                    <a:cubicBezTo>
                      <a:pt x="26147" y="16262"/>
                      <a:pt x="27037" y="11276"/>
                      <a:pt x="29656" y="8328"/>
                    </a:cubicBezTo>
                    <a:cubicBezTo>
                      <a:pt x="32275" y="5380"/>
                      <a:pt x="34864" y="2843"/>
                      <a:pt x="37954" y="1500"/>
                    </a:cubicBezTo>
                    <a:cubicBezTo>
                      <a:pt x="41044" y="157"/>
                      <a:pt x="46144" y="-366"/>
                      <a:pt x="48194" y="268"/>
                    </a:cubicBezTo>
                    <a:cubicBezTo>
                      <a:pt x="50244" y="902"/>
                      <a:pt x="49989" y="-496"/>
                      <a:pt x="50254" y="5306"/>
                    </a:cubicBezTo>
                    <a:cubicBezTo>
                      <a:pt x="50519" y="11108"/>
                      <a:pt x="50970" y="29596"/>
                      <a:pt x="49783" y="35081"/>
                    </a:cubicBezTo>
                    <a:cubicBezTo>
                      <a:pt x="48596" y="40566"/>
                      <a:pt x="49107" y="37637"/>
                      <a:pt x="43133" y="38215"/>
                    </a:cubicBezTo>
                    <a:close/>
                  </a:path>
                </a:pathLst>
              </a:custGeom>
              <a:solidFill>
                <a:schemeClr val="lt2"/>
              </a:solidFill>
              <a:ln>
                <a:noFill/>
              </a:ln>
            </p:spPr>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00" name="Shape 100"/>
        <p:cNvGrpSpPr/>
        <p:nvPr/>
      </p:nvGrpSpPr>
      <p:grpSpPr>
        <a:xfrm>
          <a:off x="0" y="0"/>
          <a:ext cx="0" cy="0"/>
          <a:chOff x="0" y="0"/>
          <a:chExt cx="0" cy="0"/>
        </a:xfrm>
      </p:grpSpPr>
      <p:sp>
        <p:nvSpPr>
          <p:cNvPr id="101" name="Google Shape;10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2" name="Google Shape;102;p13"/>
          <p:cNvSpPr txBox="1"/>
          <p:nvPr>
            <p:ph hasCustomPrompt="1" idx="2" type="title"/>
          </p:nvPr>
        </p:nvSpPr>
        <p:spPr>
          <a:xfrm>
            <a:off x="796175" y="1359375"/>
            <a:ext cx="1149600" cy="797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48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p:nvPr>
            <p:ph hasCustomPrompt="1" idx="3" type="title"/>
          </p:nvPr>
        </p:nvSpPr>
        <p:spPr>
          <a:xfrm>
            <a:off x="796175" y="3097728"/>
            <a:ext cx="1149600" cy="797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48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p:nvPr>
            <p:ph hasCustomPrompt="1" idx="4" type="title"/>
          </p:nvPr>
        </p:nvSpPr>
        <p:spPr>
          <a:xfrm>
            <a:off x="3419250" y="1359375"/>
            <a:ext cx="1149600" cy="797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48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p:nvPr>
            <p:ph hasCustomPrompt="1" idx="5" type="title"/>
          </p:nvPr>
        </p:nvSpPr>
        <p:spPr>
          <a:xfrm>
            <a:off x="3419250" y="3097728"/>
            <a:ext cx="1149600" cy="797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48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p:nvPr>
            <p:ph hasCustomPrompt="1" idx="6" type="title"/>
          </p:nvPr>
        </p:nvSpPr>
        <p:spPr>
          <a:xfrm>
            <a:off x="6042325" y="1359375"/>
            <a:ext cx="1149600" cy="797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48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hasCustomPrompt="1" idx="7" type="title"/>
          </p:nvPr>
        </p:nvSpPr>
        <p:spPr>
          <a:xfrm>
            <a:off x="6042325" y="3097728"/>
            <a:ext cx="1149600" cy="797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48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p:nvPr>
            <p:ph idx="1" type="subTitle"/>
          </p:nvPr>
        </p:nvSpPr>
        <p:spPr>
          <a:xfrm>
            <a:off x="796175" y="2010425"/>
            <a:ext cx="2305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09" name="Google Shape;109;p13"/>
          <p:cNvSpPr txBox="1"/>
          <p:nvPr>
            <p:ph idx="8" type="subTitle"/>
          </p:nvPr>
        </p:nvSpPr>
        <p:spPr>
          <a:xfrm>
            <a:off x="3419250" y="2010425"/>
            <a:ext cx="2305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0" name="Google Shape;110;p13"/>
          <p:cNvSpPr txBox="1"/>
          <p:nvPr>
            <p:ph idx="9" type="subTitle"/>
          </p:nvPr>
        </p:nvSpPr>
        <p:spPr>
          <a:xfrm>
            <a:off x="6042325" y="2010425"/>
            <a:ext cx="2305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1" name="Google Shape;111;p13"/>
          <p:cNvSpPr txBox="1"/>
          <p:nvPr>
            <p:ph idx="13" type="subTitle"/>
          </p:nvPr>
        </p:nvSpPr>
        <p:spPr>
          <a:xfrm>
            <a:off x="796175" y="3748700"/>
            <a:ext cx="2305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2" name="Google Shape;112;p13"/>
          <p:cNvSpPr txBox="1"/>
          <p:nvPr>
            <p:ph idx="14" type="subTitle"/>
          </p:nvPr>
        </p:nvSpPr>
        <p:spPr>
          <a:xfrm>
            <a:off x="3419250" y="3748700"/>
            <a:ext cx="2305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3" name="Google Shape;113;p13"/>
          <p:cNvSpPr txBox="1"/>
          <p:nvPr>
            <p:ph idx="15" type="subTitle"/>
          </p:nvPr>
        </p:nvSpPr>
        <p:spPr>
          <a:xfrm>
            <a:off x="6042325" y="3748700"/>
            <a:ext cx="2305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grpSp>
        <p:nvGrpSpPr>
          <p:cNvPr id="114" name="Google Shape;114;p13"/>
          <p:cNvGrpSpPr/>
          <p:nvPr/>
        </p:nvGrpSpPr>
        <p:grpSpPr>
          <a:xfrm>
            <a:off x="-140527" y="-110095"/>
            <a:ext cx="9390313" cy="5420820"/>
            <a:chOff x="-140527" y="-110095"/>
            <a:chExt cx="9390313" cy="5420820"/>
          </a:xfrm>
        </p:grpSpPr>
        <p:grpSp>
          <p:nvGrpSpPr>
            <p:cNvPr id="115" name="Google Shape;115;p13"/>
            <p:cNvGrpSpPr/>
            <p:nvPr/>
          </p:nvGrpSpPr>
          <p:grpSpPr>
            <a:xfrm>
              <a:off x="-140527" y="-83725"/>
              <a:ext cx="9376101" cy="5319650"/>
              <a:chOff x="-140527" y="-83725"/>
              <a:chExt cx="9376101" cy="5319650"/>
            </a:xfrm>
          </p:grpSpPr>
          <p:sp>
            <p:nvSpPr>
              <p:cNvPr id="116" name="Google Shape;116;p13"/>
              <p:cNvSpPr/>
              <p:nvPr/>
            </p:nvSpPr>
            <p:spPr>
              <a:xfrm>
                <a:off x="-140527" y="-83725"/>
                <a:ext cx="1595108" cy="1682008"/>
              </a:xfrm>
              <a:custGeom>
                <a:rect b="b" l="l" r="r" t="t"/>
                <a:pathLst>
                  <a:path extrusionOk="0" h="96005" w="91045">
                    <a:moveTo>
                      <a:pt x="83521" y="1692"/>
                    </a:moveTo>
                    <a:cubicBezTo>
                      <a:pt x="90676" y="3761"/>
                      <a:pt x="95234" y="8141"/>
                      <a:pt x="85371" y="12468"/>
                    </a:cubicBezTo>
                    <a:cubicBezTo>
                      <a:pt x="75508" y="16796"/>
                      <a:pt x="35185" y="17357"/>
                      <a:pt x="24342" y="27657"/>
                    </a:cubicBezTo>
                    <a:cubicBezTo>
                      <a:pt x="13499" y="37957"/>
                      <a:pt x="21695" y="63747"/>
                      <a:pt x="20313" y="74267"/>
                    </a:cubicBezTo>
                    <a:cubicBezTo>
                      <a:pt x="18931" y="84787"/>
                      <a:pt x="18176" y="87162"/>
                      <a:pt x="16049" y="90778"/>
                    </a:cubicBezTo>
                    <a:cubicBezTo>
                      <a:pt x="13922" y="94395"/>
                      <a:pt x="9752" y="96307"/>
                      <a:pt x="7552" y="95966"/>
                    </a:cubicBezTo>
                    <a:cubicBezTo>
                      <a:pt x="5352" y="95625"/>
                      <a:pt x="3747" y="97051"/>
                      <a:pt x="2851" y="88733"/>
                    </a:cubicBezTo>
                    <a:cubicBezTo>
                      <a:pt x="1956" y="80415"/>
                      <a:pt x="2515" y="59802"/>
                      <a:pt x="2179" y="46059"/>
                    </a:cubicBezTo>
                    <a:cubicBezTo>
                      <a:pt x="1843" y="32317"/>
                      <a:pt x="-1531" y="13793"/>
                      <a:pt x="836" y="6278"/>
                    </a:cubicBezTo>
                    <a:cubicBezTo>
                      <a:pt x="3203" y="-1237"/>
                      <a:pt x="9446" y="2006"/>
                      <a:pt x="16380" y="969"/>
                    </a:cubicBezTo>
                    <a:cubicBezTo>
                      <a:pt x="23314" y="-68"/>
                      <a:pt x="31251" y="-66"/>
                      <a:pt x="42441" y="54"/>
                    </a:cubicBezTo>
                    <a:cubicBezTo>
                      <a:pt x="53631" y="175"/>
                      <a:pt x="76366" y="-377"/>
                      <a:pt x="83521" y="1692"/>
                    </a:cubicBezTo>
                    <a:close/>
                  </a:path>
                </a:pathLst>
              </a:custGeom>
              <a:solidFill>
                <a:schemeClr val="lt2"/>
              </a:solidFill>
              <a:ln>
                <a:noFill/>
              </a:ln>
            </p:spPr>
          </p:sp>
          <p:sp>
            <p:nvSpPr>
              <p:cNvPr id="117" name="Google Shape;117;p13"/>
              <p:cNvSpPr/>
              <p:nvPr/>
            </p:nvSpPr>
            <p:spPr>
              <a:xfrm rot="10800000">
                <a:off x="8011492" y="4130935"/>
                <a:ext cx="1224082" cy="1104990"/>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nvGrpSpPr>
            <p:cNvPr id="118" name="Google Shape;118;p13"/>
            <p:cNvGrpSpPr/>
            <p:nvPr/>
          </p:nvGrpSpPr>
          <p:grpSpPr>
            <a:xfrm>
              <a:off x="-117202" y="-110095"/>
              <a:ext cx="9366988" cy="5420820"/>
              <a:chOff x="-24490" y="-101207"/>
              <a:chExt cx="9366988" cy="5420820"/>
            </a:xfrm>
          </p:grpSpPr>
          <p:sp>
            <p:nvSpPr>
              <p:cNvPr id="119" name="Google Shape;119;p13"/>
              <p:cNvSpPr/>
              <p:nvPr/>
            </p:nvSpPr>
            <p:spPr>
              <a:xfrm>
                <a:off x="8063998" y="-101207"/>
                <a:ext cx="1278500" cy="930425"/>
              </a:xfrm>
              <a:custGeom>
                <a:rect b="b" l="l" r="r" t="t"/>
                <a:pathLst>
                  <a:path extrusionOk="0" h="37217" w="51140">
                    <a:moveTo>
                      <a:pt x="3162" y="2686"/>
                    </a:moveTo>
                    <a:cubicBezTo>
                      <a:pt x="-3083" y="4730"/>
                      <a:pt x="1083" y="10782"/>
                      <a:pt x="5694" y="12840"/>
                    </a:cubicBezTo>
                    <a:cubicBezTo>
                      <a:pt x="10305" y="14898"/>
                      <a:pt x="25954" y="11685"/>
                      <a:pt x="30829" y="15032"/>
                    </a:cubicBezTo>
                    <a:cubicBezTo>
                      <a:pt x="35704" y="18380"/>
                      <a:pt x="32811" y="29257"/>
                      <a:pt x="34944" y="32925"/>
                    </a:cubicBezTo>
                    <a:cubicBezTo>
                      <a:pt x="37078" y="36593"/>
                      <a:pt x="40987" y="37692"/>
                      <a:pt x="43630" y="37039"/>
                    </a:cubicBezTo>
                    <a:cubicBezTo>
                      <a:pt x="46273" y="36386"/>
                      <a:pt x="49862" y="34689"/>
                      <a:pt x="50803" y="29007"/>
                    </a:cubicBezTo>
                    <a:cubicBezTo>
                      <a:pt x="51744" y="23325"/>
                      <a:pt x="50548" y="7684"/>
                      <a:pt x="49275" y="2945"/>
                    </a:cubicBezTo>
                    <a:cubicBezTo>
                      <a:pt x="48002" y="-1793"/>
                      <a:pt x="50851" y="619"/>
                      <a:pt x="43165" y="576"/>
                    </a:cubicBezTo>
                    <a:cubicBezTo>
                      <a:pt x="35480" y="533"/>
                      <a:pt x="9407" y="642"/>
                      <a:pt x="3162" y="2686"/>
                    </a:cubicBezTo>
                    <a:close/>
                  </a:path>
                </a:pathLst>
              </a:custGeom>
              <a:solidFill>
                <a:schemeClr val="lt2"/>
              </a:solidFill>
              <a:ln>
                <a:noFill/>
              </a:ln>
            </p:spPr>
          </p:sp>
          <p:sp>
            <p:nvSpPr>
              <p:cNvPr id="120" name="Google Shape;120;p13"/>
              <p:cNvSpPr/>
              <p:nvPr/>
            </p:nvSpPr>
            <p:spPr>
              <a:xfrm>
                <a:off x="-24490" y="4263113"/>
                <a:ext cx="1278555" cy="1056500"/>
              </a:xfrm>
              <a:custGeom>
                <a:rect b="b" l="l" r="r" t="t"/>
                <a:pathLst>
                  <a:path extrusionOk="0" h="42260" w="69714">
                    <a:moveTo>
                      <a:pt x="68242" y="39180"/>
                    </a:moveTo>
                    <a:cubicBezTo>
                      <a:pt x="72315" y="36666"/>
                      <a:pt x="67404" y="29884"/>
                      <a:pt x="60013" y="26836"/>
                    </a:cubicBezTo>
                    <a:cubicBezTo>
                      <a:pt x="52622" y="23788"/>
                      <a:pt x="31109" y="23725"/>
                      <a:pt x="23894" y="20892"/>
                    </a:cubicBezTo>
                    <a:cubicBezTo>
                      <a:pt x="16679" y="18059"/>
                      <a:pt x="18505" y="12927"/>
                      <a:pt x="16723" y="9839"/>
                    </a:cubicBezTo>
                    <a:cubicBezTo>
                      <a:pt x="14941" y="6752"/>
                      <a:pt x="14959" y="4004"/>
                      <a:pt x="13203" y="2367"/>
                    </a:cubicBezTo>
                    <a:cubicBezTo>
                      <a:pt x="11447" y="730"/>
                      <a:pt x="8005" y="-136"/>
                      <a:pt x="6189" y="18"/>
                    </a:cubicBezTo>
                    <a:cubicBezTo>
                      <a:pt x="4373" y="172"/>
                      <a:pt x="3047" y="-473"/>
                      <a:pt x="2308" y="3292"/>
                    </a:cubicBezTo>
                    <a:cubicBezTo>
                      <a:pt x="1569" y="7057"/>
                      <a:pt x="2031" y="16386"/>
                      <a:pt x="1754" y="22606"/>
                    </a:cubicBezTo>
                    <a:cubicBezTo>
                      <a:pt x="1477" y="28826"/>
                      <a:pt x="-1203" y="37446"/>
                      <a:pt x="645" y="40610"/>
                    </a:cubicBezTo>
                    <a:cubicBezTo>
                      <a:pt x="2493" y="43774"/>
                      <a:pt x="7021" y="41374"/>
                      <a:pt x="12842" y="41592"/>
                    </a:cubicBezTo>
                    <a:cubicBezTo>
                      <a:pt x="18664" y="41810"/>
                      <a:pt x="26341" y="42322"/>
                      <a:pt x="35574" y="41920"/>
                    </a:cubicBezTo>
                    <a:cubicBezTo>
                      <a:pt x="44807" y="41518"/>
                      <a:pt x="64169" y="41694"/>
                      <a:pt x="68242" y="39180"/>
                    </a:cubicBezTo>
                    <a:close/>
                  </a:path>
                </a:pathLst>
              </a:custGeom>
              <a:solidFill>
                <a:schemeClr val="lt2"/>
              </a:solidFill>
              <a:ln>
                <a:noFill/>
              </a:ln>
            </p:spPr>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
    <p:spTree>
      <p:nvGrpSpPr>
        <p:cNvPr id="121" name="Shape 121"/>
        <p:cNvGrpSpPr/>
        <p:nvPr/>
      </p:nvGrpSpPr>
      <p:grpSpPr>
        <a:xfrm>
          <a:off x="0" y="0"/>
          <a:ext cx="0" cy="0"/>
          <a:chOff x="0" y="0"/>
          <a:chExt cx="0" cy="0"/>
        </a:xfrm>
      </p:grpSpPr>
      <p:sp>
        <p:nvSpPr>
          <p:cNvPr id="122" name="Google Shape;122;p14"/>
          <p:cNvSpPr txBox="1"/>
          <p:nvPr>
            <p:ph type="title"/>
          </p:nvPr>
        </p:nvSpPr>
        <p:spPr>
          <a:xfrm>
            <a:off x="715100" y="445025"/>
            <a:ext cx="7713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3" name="Google Shape;123;p14"/>
          <p:cNvGrpSpPr/>
          <p:nvPr/>
        </p:nvGrpSpPr>
        <p:grpSpPr>
          <a:xfrm>
            <a:off x="-231625" y="-145575"/>
            <a:ext cx="9673892" cy="5808595"/>
            <a:chOff x="-231625" y="-145575"/>
            <a:chExt cx="9673892" cy="5808595"/>
          </a:xfrm>
        </p:grpSpPr>
        <p:grpSp>
          <p:nvGrpSpPr>
            <p:cNvPr id="124" name="Google Shape;124;p14"/>
            <p:cNvGrpSpPr/>
            <p:nvPr/>
          </p:nvGrpSpPr>
          <p:grpSpPr>
            <a:xfrm>
              <a:off x="-231625" y="-112700"/>
              <a:ext cx="9673892" cy="5368515"/>
              <a:chOff x="-231625" y="-112700"/>
              <a:chExt cx="9673892" cy="5368515"/>
            </a:xfrm>
          </p:grpSpPr>
          <p:sp>
            <p:nvSpPr>
              <p:cNvPr id="125" name="Google Shape;125;p14"/>
              <p:cNvSpPr/>
              <p:nvPr/>
            </p:nvSpPr>
            <p:spPr>
              <a:xfrm>
                <a:off x="8189528" y="-112700"/>
                <a:ext cx="1252740" cy="1445018"/>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126" name="Google Shape;126;p14"/>
              <p:cNvSpPr/>
              <p:nvPr/>
            </p:nvSpPr>
            <p:spPr>
              <a:xfrm>
                <a:off x="-231625" y="4532100"/>
                <a:ext cx="2269866" cy="723715"/>
              </a:xfrm>
              <a:custGeom>
                <a:rect b="b" l="l" r="r" t="t"/>
                <a:pathLst>
                  <a:path extrusionOk="0" h="48941" w="125234">
                    <a:moveTo>
                      <a:pt x="21268" y="1140"/>
                    </a:moveTo>
                    <a:cubicBezTo>
                      <a:pt x="27579" y="3654"/>
                      <a:pt x="34204" y="16263"/>
                      <a:pt x="40815" y="21391"/>
                    </a:cubicBezTo>
                    <a:cubicBezTo>
                      <a:pt x="47426" y="26519"/>
                      <a:pt x="51636" y="31374"/>
                      <a:pt x="60932" y="31907"/>
                    </a:cubicBezTo>
                    <a:cubicBezTo>
                      <a:pt x="70229" y="32441"/>
                      <a:pt x="87450" y="24821"/>
                      <a:pt x="96594" y="24592"/>
                    </a:cubicBezTo>
                    <a:cubicBezTo>
                      <a:pt x="105738" y="24363"/>
                      <a:pt x="111030" y="27390"/>
                      <a:pt x="115796" y="30535"/>
                    </a:cubicBezTo>
                    <a:cubicBezTo>
                      <a:pt x="120562" y="33680"/>
                      <a:pt x="125241" y="40737"/>
                      <a:pt x="125191" y="43464"/>
                    </a:cubicBezTo>
                    <a:cubicBezTo>
                      <a:pt x="125141" y="46191"/>
                      <a:pt x="126645" y="46245"/>
                      <a:pt x="115496" y="46899"/>
                    </a:cubicBezTo>
                    <a:cubicBezTo>
                      <a:pt x="104347" y="47553"/>
                      <a:pt x="76718" y="47145"/>
                      <a:pt x="58298" y="47390"/>
                    </a:cubicBezTo>
                    <a:cubicBezTo>
                      <a:pt x="39878" y="47635"/>
                      <a:pt x="14350" y="50006"/>
                      <a:pt x="4978" y="48370"/>
                    </a:cubicBezTo>
                    <a:cubicBezTo>
                      <a:pt x="-4393" y="46735"/>
                      <a:pt x="2408" y="44587"/>
                      <a:pt x="2069" y="37577"/>
                    </a:cubicBezTo>
                    <a:cubicBezTo>
                      <a:pt x="1731" y="30567"/>
                      <a:pt x="-253" y="12382"/>
                      <a:pt x="2947" y="6309"/>
                    </a:cubicBezTo>
                    <a:cubicBezTo>
                      <a:pt x="6147" y="236"/>
                      <a:pt x="14957" y="-1374"/>
                      <a:pt x="21268" y="1140"/>
                    </a:cubicBezTo>
                    <a:close/>
                  </a:path>
                </a:pathLst>
              </a:custGeom>
              <a:solidFill>
                <a:schemeClr val="lt2"/>
              </a:solidFill>
              <a:ln>
                <a:noFill/>
              </a:ln>
            </p:spPr>
          </p:sp>
        </p:grpSp>
        <p:grpSp>
          <p:nvGrpSpPr>
            <p:cNvPr id="127" name="Google Shape;127;p14"/>
            <p:cNvGrpSpPr/>
            <p:nvPr/>
          </p:nvGrpSpPr>
          <p:grpSpPr>
            <a:xfrm>
              <a:off x="-136225" y="-145575"/>
              <a:ext cx="9435596" cy="5808595"/>
              <a:chOff x="-137650" y="-129875"/>
              <a:chExt cx="9435596" cy="5808595"/>
            </a:xfrm>
          </p:grpSpPr>
          <p:sp>
            <p:nvSpPr>
              <p:cNvPr id="128" name="Google Shape;128;p14"/>
              <p:cNvSpPr/>
              <p:nvPr/>
            </p:nvSpPr>
            <p:spPr>
              <a:xfrm>
                <a:off x="8733246" y="3162220"/>
                <a:ext cx="564700" cy="2516500"/>
              </a:xfrm>
              <a:custGeom>
                <a:rect b="b" l="l" r="r" t="t"/>
                <a:pathLst>
                  <a:path extrusionOk="0" h="100660" w="22588">
                    <a:moveTo>
                      <a:pt x="20008" y="100399"/>
                    </a:moveTo>
                    <a:cubicBezTo>
                      <a:pt x="16648" y="98906"/>
                      <a:pt x="5484" y="85478"/>
                      <a:pt x="2371" y="77977"/>
                    </a:cubicBezTo>
                    <a:cubicBezTo>
                      <a:pt x="-742" y="70476"/>
                      <a:pt x="832" y="62144"/>
                      <a:pt x="1331" y="55391"/>
                    </a:cubicBezTo>
                    <a:cubicBezTo>
                      <a:pt x="1830" y="48638"/>
                      <a:pt x="4945" y="42434"/>
                      <a:pt x="5366" y="37460"/>
                    </a:cubicBezTo>
                    <a:cubicBezTo>
                      <a:pt x="5787" y="32486"/>
                      <a:pt x="4750" y="29461"/>
                      <a:pt x="3856" y="25548"/>
                    </a:cubicBezTo>
                    <a:cubicBezTo>
                      <a:pt x="2962" y="21635"/>
                      <a:pt x="-67" y="17488"/>
                      <a:pt x="1" y="13980"/>
                    </a:cubicBezTo>
                    <a:cubicBezTo>
                      <a:pt x="70" y="10472"/>
                      <a:pt x="1423" y="6790"/>
                      <a:pt x="4267" y="4499"/>
                    </a:cubicBezTo>
                    <a:cubicBezTo>
                      <a:pt x="7111" y="2208"/>
                      <a:pt x="14223" y="-874"/>
                      <a:pt x="17067" y="232"/>
                    </a:cubicBezTo>
                    <a:cubicBezTo>
                      <a:pt x="19912" y="1338"/>
                      <a:pt x="20760" y="4427"/>
                      <a:pt x="21334" y="11136"/>
                    </a:cubicBezTo>
                    <a:cubicBezTo>
                      <a:pt x="21908" y="17846"/>
                      <a:pt x="20313" y="27856"/>
                      <a:pt x="20513" y="40489"/>
                    </a:cubicBezTo>
                    <a:cubicBezTo>
                      <a:pt x="20713" y="53122"/>
                      <a:pt x="22617" y="76951"/>
                      <a:pt x="22533" y="86936"/>
                    </a:cubicBezTo>
                    <a:cubicBezTo>
                      <a:pt x="22449" y="96921"/>
                      <a:pt x="23368" y="101892"/>
                      <a:pt x="20008" y="100399"/>
                    </a:cubicBezTo>
                    <a:close/>
                  </a:path>
                </a:pathLst>
              </a:custGeom>
              <a:solidFill>
                <a:schemeClr val="lt2"/>
              </a:solidFill>
              <a:ln>
                <a:noFill/>
              </a:ln>
            </p:spPr>
          </p:sp>
          <p:sp>
            <p:nvSpPr>
              <p:cNvPr id="129" name="Google Shape;129;p14"/>
              <p:cNvSpPr/>
              <p:nvPr/>
            </p:nvSpPr>
            <p:spPr>
              <a:xfrm>
                <a:off x="-137650" y="-129875"/>
                <a:ext cx="1756567" cy="655697"/>
              </a:xfrm>
              <a:custGeom>
                <a:rect b="b" l="l" r="r" t="t"/>
                <a:pathLst>
                  <a:path extrusionOk="0" h="54347" w="145592">
                    <a:moveTo>
                      <a:pt x="25204" y="673"/>
                    </a:moveTo>
                    <a:cubicBezTo>
                      <a:pt x="45437" y="10"/>
                      <a:pt x="104042" y="-247"/>
                      <a:pt x="124076" y="288"/>
                    </a:cubicBezTo>
                    <a:cubicBezTo>
                      <a:pt x="144110" y="823"/>
                      <a:pt x="144044" y="1336"/>
                      <a:pt x="145406" y="3881"/>
                    </a:cubicBezTo>
                    <a:cubicBezTo>
                      <a:pt x="146768" y="6426"/>
                      <a:pt x="140489" y="12457"/>
                      <a:pt x="132249" y="15558"/>
                    </a:cubicBezTo>
                    <a:cubicBezTo>
                      <a:pt x="124010" y="18659"/>
                      <a:pt x="107348" y="20008"/>
                      <a:pt x="95969" y="22487"/>
                    </a:cubicBezTo>
                    <a:cubicBezTo>
                      <a:pt x="84590" y="24966"/>
                      <a:pt x="73879" y="25985"/>
                      <a:pt x="63974" y="30434"/>
                    </a:cubicBezTo>
                    <a:cubicBezTo>
                      <a:pt x="54070" y="34883"/>
                      <a:pt x="45762" y="45293"/>
                      <a:pt x="36542" y="49179"/>
                    </a:cubicBezTo>
                    <a:cubicBezTo>
                      <a:pt x="27322" y="53065"/>
                      <a:pt x="14563" y="55548"/>
                      <a:pt x="8653" y="53751"/>
                    </a:cubicBezTo>
                    <a:cubicBezTo>
                      <a:pt x="2743" y="51954"/>
                      <a:pt x="2080" y="46647"/>
                      <a:pt x="1084" y="38399"/>
                    </a:cubicBezTo>
                    <a:cubicBezTo>
                      <a:pt x="88" y="30152"/>
                      <a:pt x="-1341" y="10554"/>
                      <a:pt x="2679" y="4266"/>
                    </a:cubicBezTo>
                    <a:cubicBezTo>
                      <a:pt x="6699" y="-2022"/>
                      <a:pt x="4971" y="1336"/>
                      <a:pt x="25204" y="673"/>
                    </a:cubicBezTo>
                    <a:close/>
                  </a:path>
                </a:pathLst>
              </a:custGeom>
              <a:solidFill>
                <a:schemeClr val="lt2"/>
              </a:solidFill>
              <a:ln>
                <a:noFill/>
              </a:ln>
            </p:spPr>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0" name="Shape 130"/>
        <p:cNvGrpSpPr/>
        <p:nvPr/>
      </p:nvGrpSpPr>
      <p:grpSpPr>
        <a:xfrm>
          <a:off x="0" y="0"/>
          <a:ext cx="0" cy="0"/>
          <a:chOff x="0" y="0"/>
          <a:chExt cx="0" cy="0"/>
        </a:xfrm>
      </p:grpSpPr>
      <p:grpSp>
        <p:nvGrpSpPr>
          <p:cNvPr id="131" name="Google Shape;131;p15"/>
          <p:cNvGrpSpPr/>
          <p:nvPr/>
        </p:nvGrpSpPr>
        <p:grpSpPr>
          <a:xfrm>
            <a:off x="-140527" y="-110095"/>
            <a:ext cx="9390313" cy="5420820"/>
            <a:chOff x="-140527" y="-110095"/>
            <a:chExt cx="9390313" cy="5420820"/>
          </a:xfrm>
        </p:grpSpPr>
        <p:grpSp>
          <p:nvGrpSpPr>
            <p:cNvPr id="132" name="Google Shape;132;p15"/>
            <p:cNvGrpSpPr/>
            <p:nvPr/>
          </p:nvGrpSpPr>
          <p:grpSpPr>
            <a:xfrm>
              <a:off x="-140527" y="-83725"/>
              <a:ext cx="9376101" cy="5319650"/>
              <a:chOff x="-140527" y="-83725"/>
              <a:chExt cx="9376101" cy="5319650"/>
            </a:xfrm>
          </p:grpSpPr>
          <p:sp>
            <p:nvSpPr>
              <p:cNvPr id="133" name="Google Shape;133;p15"/>
              <p:cNvSpPr/>
              <p:nvPr/>
            </p:nvSpPr>
            <p:spPr>
              <a:xfrm>
                <a:off x="-140527" y="-83725"/>
                <a:ext cx="1595108" cy="1682008"/>
              </a:xfrm>
              <a:custGeom>
                <a:rect b="b" l="l" r="r" t="t"/>
                <a:pathLst>
                  <a:path extrusionOk="0" h="96005" w="91045">
                    <a:moveTo>
                      <a:pt x="83521" y="1692"/>
                    </a:moveTo>
                    <a:cubicBezTo>
                      <a:pt x="90676" y="3761"/>
                      <a:pt x="95234" y="8141"/>
                      <a:pt x="85371" y="12468"/>
                    </a:cubicBezTo>
                    <a:cubicBezTo>
                      <a:pt x="75508" y="16796"/>
                      <a:pt x="35185" y="17357"/>
                      <a:pt x="24342" y="27657"/>
                    </a:cubicBezTo>
                    <a:cubicBezTo>
                      <a:pt x="13499" y="37957"/>
                      <a:pt x="21695" y="63747"/>
                      <a:pt x="20313" y="74267"/>
                    </a:cubicBezTo>
                    <a:cubicBezTo>
                      <a:pt x="18931" y="84787"/>
                      <a:pt x="18176" y="87162"/>
                      <a:pt x="16049" y="90778"/>
                    </a:cubicBezTo>
                    <a:cubicBezTo>
                      <a:pt x="13922" y="94395"/>
                      <a:pt x="9752" y="96307"/>
                      <a:pt x="7552" y="95966"/>
                    </a:cubicBezTo>
                    <a:cubicBezTo>
                      <a:pt x="5352" y="95625"/>
                      <a:pt x="3747" y="97051"/>
                      <a:pt x="2851" y="88733"/>
                    </a:cubicBezTo>
                    <a:cubicBezTo>
                      <a:pt x="1956" y="80415"/>
                      <a:pt x="2515" y="59802"/>
                      <a:pt x="2179" y="46059"/>
                    </a:cubicBezTo>
                    <a:cubicBezTo>
                      <a:pt x="1843" y="32317"/>
                      <a:pt x="-1531" y="13793"/>
                      <a:pt x="836" y="6278"/>
                    </a:cubicBezTo>
                    <a:cubicBezTo>
                      <a:pt x="3203" y="-1237"/>
                      <a:pt x="9446" y="2006"/>
                      <a:pt x="16380" y="969"/>
                    </a:cubicBezTo>
                    <a:cubicBezTo>
                      <a:pt x="23314" y="-68"/>
                      <a:pt x="31251" y="-66"/>
                      <a:pt x="42441" y="54"/>
                    </a:cubicBezTo>
                    <a:cubicBezTo>
                      <a:pt x="53631" y="175"/>
                      <a:pt x="76366" y="-377"/>
                      <a:pt x="83521" y="1692"/>
                    </a:cubicBezTo>
                    <a:close/>
                  </a:path>
                </a:pathLst>
              </a:custGeom>
              <a:solidFill>
                <a:schemeClr val="lt2"/>
              </a:solidFill>
              <a:ln>
                <a:noFill/>
              </a:ln>
            </p:spPr>
          </p:sp>
          <p:sp>
            <p:nvSpPr>
              <p:cNvPr id="134" name="Google Shape;134;p15"/>
              <p:cNvSpPr/>
              <p:nvPr/>
            </p:nvSpPr>
            <p:spPr>
              <a:xfrm rot="10800000">
                <a:off x="8011492" y="4130935"/>
                <a:ext cx="1224082" cy="1104990"/>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nvGrpSpPr>
            <p:cNvPr id="135" name="Google Shape;135;p15"/>
            <p:cNvGrpSpPr/>
            <p:nvPr/>
          </p:nvGrpSpPr>
          <p:grpSpPr>
            <a:xfrm>
              <a:off x="-117202" y="-110095"/>
              <a:ext cx="9366988" cy="5420820"/>
              <a:chOff x="-24490" y="-101207"/>
              <a:chExt cx="9366988" cy="5420820"/>
            </a:xfrm>
          </p:grpSpPr>
          <p:sp>
            <p:nvSpPr>
              <p:cNvPr id="136" name="Google Shape;136;p15"/>
              <p:cNvSpPr/>
              <p:nvPr/>
            </p:nvSpPr>
            <p:spPr>
              <a:xfrm>
                <a:off x="8063998" y="-101207"/>
                <a:ext cx="1278500" cy="930425"/>
              </a:xfrm>
              <a:custGeom>
                <a:rect b="b" l="l" r="r" t="t"/>
                <a:pathLst>
                  <a:path extrusionOk="0" h="37217" w="51140">
                    <a:moveTo>
                      <a:pt x="3162" y="2686"/>
                    </a:moveTo>
                    <a:cubicBezTo>
                      <a:pt x="-3083" y="4730"/>
                      <a:pt x="1083" y="10782"/>
                      <a:pt x="5694" y="12840"/>
                    </a:cubicBezTo>
                    <a:cubicBezTo>
                      <a:pt x="10305" y="14898"/>
                      <a:pt x="25954" y="11685"/>
                      <a:pt x="30829" y="15032"/>
                    </a:cubicBezTo>
                    <a:cubicBezTo>
                      <a:pt x="35704" y="18380"/>
                      <a:pt x="32811" y="29257"/>
                      <a:pt x="34944" y="32925"/>
                    </a:cubicBezTo>
                    <a:cubicBezTo>
                      <a:pt x="37078" y="36593"/>
                      <a:pt x="40987" y="37692"/>
                      <a:pt x="43630" y="37039"/>
                    </a:cubicBezTo>
                    <a:cubicBezTo>
                      <a:pt x="46273" y="36386"/>
                      <a:pt x="49862" y="34689"/>
                      <a:pt x="50803" y="29007"/>
                    </a:cubicBezTo>
                    <a:cubicBezTo>
                      <a:pt x="51744" y="23325"/>
                      <a:pt x="50548" y="7684"/>
                      <a:pt x="49275" y="2945"/>
                    </a:cubicBezTo>
                    <a:cubicBezTo>
                      <a:pt x="48002" y="-1793"/>
                      <a:pt x="50851" y="619"/>
                      <a:pt x="43165" y="576"/>
                    </a:cubicBezTo>
                    <a:cubicBezTo>
                      <a:pt x="35480" y="533"/>
                      <a:pt x="9407" y="642"/>
                      <a:pt x="3162" y="2686"/>
                    </a:cubicBezTo>
                    <a:close/>
                  </a:path>
                </a:pathLst>
              </a:custGeom>
              <a:solidFill>
                <a:schemeClr val="lt2"/>
              </a:solidFill>
              <a:ln>
                <a:noFill/>
              </a:ln>
            </p:spPr>
          </p:sp>
          <p:sp>
            <p:nvSpPr>
              <p:cNvPr id="137" name="Google Shape;137;p15"/>
              <p:cNvSpPr/>
              <p:nvPr/>
            </p:nvSpPr>
            <p:spPr>
              <a:xfrm>
                <a:off x="-24490" y="4263113"/>
                <a:ext cx="1278555" cy="1056500"/>
              </a:xfrm>
              <a:custGeom>
                <a:rect b="b" l="l" r="r" t="t"/>
                <a:pathLst>
                  <a:path extrusionOk="0" h="42260" w="69714">
                    <a:moveTo>
                      <a:pt x="68242" y="39180"/>
                    </a:moveTo>
                    <a:cubicBezTo>
                      <a:pt x="72315" y="36666"/>
                      <a:pt x="67404" y="29884"/>
                      <a:pt x="60013" y="26836"/>
                    </a:cubicBezTo>
                    <a:cubicBezTo>
                      <a:pt x="52622" y="23788"/>
                      <a:pt x="31109" y="23725"/>
                      <a:pt x="23894" y="20892"/>
                    </a:cubicBezTo>
                    <a:cubicBezTo>
                      <a:pt x="16679" y="18059"/>
                      <a:pt x="18505" y="12927"/>
                      <a:pt x="16723" y="9839"/>
                    </a:cubicBezTo>
                    <a:cubicBezTo>
                      <a:pt x="14941" y="6752"/>
                      <a:pt x="14959" y="4004"/>
                      <a:pt x="13203" y="2367"/>
                    </a:cubicBezTo>
                    <a:cubicBezTo>
                      <a:pt x="11447" y="730"/>
                      <a:pt x="8005" y="-136"/>
                      <a:pt x="6189" y="18"/>
                    </a:cubicBezTo>
                    <a:cubicBezTo>
                      <a:pt x="4373" y="172"/>
                      <a:pt x="3047" y="-473"/>
                      <a:pt x="2308" y="3292"/>
                    </a:cubicBezTo>
                    <a:cubicBezTo>
                      <a:pt x="1569" y="7057"/>
                      <a:pt x="2031" y="16386"/>
                      <a:pt x="1754" y="22606"/>
                    </a:cubicBezTo>
                    <a:cubicBezTo>
                      <a:pt x="1477" y="28826"/>
                      <a:pt x="-1203" y="37446"/>
                      <a:pt x="645" y="40610"/>
                    </a:cubicBezTo>
                    <a:cubicBezTo>
                      <a:pt x="2493" y="43774"/>
                      <a:pt x="7021" y="41374"/>
                      <a:pt x="12842" y="41592"/>
                    </a:cubicBezTo>
                    <a:cubicBezTo>
                      <a:pt x="18664" y="41810"/>
                      <a:pt x="26341" y="42322"/>
                      <a:pt x="35574" y="41920"/>
                    </a:cubicBezTo>
                    <a:cubicBezTo>
                      <a:pt x="44807" y="41518"/>
                      <a:pt x="64169" y="41694"/>
                      <a:pt x="68242" y="39180"/>
                    </a:cubicBezTo>
                    <a:close/>
                  </a:path>
                </a:pathLst>
              </a:custGeom>
              <a:solidFill>
                <a:schemeClr val="lt2"/>
              </a:solidFill>
              <a:ln>
                <a:noFill/>
              </a:ln>
            </p:spPr>
          </p:sp>
        </p:grpSp>
      </p:grpSp>
      <p:sp>
        <p:nvSpPr>
          <p:cNvPr id="138" name="Google Shape;13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p:txBody>
      </p:sp>
      <p:sp>
        <p:nvSpPr>
          <p:cNvPr id="139" name="Google Shape;139;p15"/>
          <p:cNvSpPr txBox="1"/>
          <p:nvPr>
            <p:ph idx="1" type="body"/>
          </p:nvPr>
        </p:nvSpPr>
        <p:spPr>
          <a:xfrm>
            <a:off x="720000" y="1094425"/>
            <a:ext cx="7704000" cy="13212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accent1"/>
              </a:buClr>
              <a:buSzPts val="1400"/>
              <a:buFont typeface="Anaheim"/>
              <a:buChar char="●"/>
              <a:defRPr/>
            </a:lvl1pPr>
            <a:lvl2pPr indent="-317500" lvl="1" marL="914400" rtl="0">
              <a:lnSpc>
                <a:spcPct val="100000"/>
              </a:lnSpc>
              <a:spcBef>
                <a:spcPts val="0"/>
              </a:spcBef>
              <a:spcAft>
                <a:spcPts val="0"/>
              </a:spcAft>
              <a:buClr>
                <a:schemeClr val="hlink"/>
              </a:buClr>
              <a:buSzPts val="1400"/>
              <a:buFont typeface="Anaheim"/>
              <a:buChar char="○"/>
              <a:defRPr/>
            </a:lvl2pPr>
            <a:lvl3pPr indent="-317500" lvl="2" marL="1371600" rtl="0">
              <a:lnSpc>
                <a:spcPct val="100000"/>
              </a:lnSpc>
              <a:spcBef>
                <a:spcPts val="0"/>
              </a:spcBef>
              <a:spcAft>
                <a:spcPts val="0"/>
              </a:spcAft>
              <a:buClr>
                <a:schemeClr val="hlink"/>
              </a:buClr>
              <a:buSzPts val="1400"/>
              <a:buFont typeface="Anaheim"/>
              <a:buChar char="■"/>
              <a:defRPr/>
            </a:lvl3pPr>
            <a:lvl4pPr indent="-317500" lvl="3" marL="1828800" rtl="0">
              <a:lnSpc>
                <a:spcPct val="100000"/>
              </a:lnSpc>
              <a:spcBef>
                <a:spcPts val="0"/>
              </a:spcBef>
              <a:spcAft>
                <a:spcPts val="0"/>
              </a:spcAft>
              <a:buClr>
                <a:schemeClr val="hlink"/>
              </a:buClr>
              <a:buSzPts val="1400"/>
              <a:buFont typeface="Anaheim"/>
              <a:buChar char="●"/>
              <a:defRPr/>
            </a:lvl4pPr>
            <a:lvl5pPr indent="-317500" lvl="4" marL="2286000" rtl="0">
              <a:lnSpc>
                <a:spcPct val="100000"/>
              </a:lnSpc>
              <a:spcBef>
                <a:spcPts val="0"/>
              </a:spcBef>
              <a:spcAft>
                <a:spcPts val="0"/>
              </a:spcAft>
              <a:buClr>
                <a:schemeClr val="hlink"/>
              </a:buClr>
              <a:buSzPts val="1400"/>
              <a:buFont typeface="Anaheim"/>
              <a:buChar char="○"/>
              <a:defRPr/>
            </a:lvl5pPr>
            <a:lvl6pPr indent="-317500" lvl="5" marL="2743200" rtl="0">
              <a:lnSpc>
                <a:spcPct val="100000"/>
              </a:lnSpc>
              <a:spcBef>
                <a:spcPts val="0"/>
              </a:spcBef>
              <a:spcAft>
                <a:spcPts val="0"/>
              </a:spcAft>
              <a:buClr>
                <a:schemeClr val="hlink"/>
              </a:buClr>
              <a:buSzPts val="1400"/>
              <a:buFont typeface="Anaheim"/>
              <a:buChar char="■"/>
              <a:defRPr/>
            </a:lvl6pPr>
            <a:lvl7pPr indent="-317500" lvl="6" marL="3200400" rtl="0">
              <a:lnSpc>
                <a:spcPct val="100000"/>
              </a:lnSpc>
              <a:spcBef>
                <a:spcPts val="0"/>
              </a:spcBef>
              <a:spcAft>
                <a:spcPts val="0"/>
              </a:spcAft>
              <a:buClr>
                <a:schemeClr val="hlink"/>
              </a:buClr>
              <a:buSzPts val="1400"/>
              <a:buFont typeface="Anaheim"/>
              <a:buChar char="●"/>
              <a:defRPr/>
            </a:lvl7pPr>
            <a:lvl8pPr indent="-317500" lvl="7" marL="3657600" rtl="0">
              <a:lnSpc>
                <a:spcPct val="100000"/>
              </a:lnSpc>
              <a:spcBef>
                <a:spcPts val="0"/>
              </a:spcBef>
              <a:spcAft>
                <a:spcPts val="0"/>
              </a:spcAft>
              <a:buClr>
                <a:schemeClr val="hlink"/>
              </a:buClr>
              <a:buSzPts val="1400"/>
              <a:buFont typeface="Anaheim"/>
              <a:buChar char="○"/>
              <a:defRPr/>
            </a:lvl8pPr>
            <a:lvl9pPr indent="-317500" lvl="8" marL="4114800" rtl="0">
              <a:lnSpc>
                <a:spcPct val="100000"/>
              </a:lnSpc>
              <a:spcBef>
                <a:spcPts val="0"/>
              </a:spcBef>
              <a:spcAft>
                <a:spcPts val="0"/>
              </a:spcAft>
              <a:buClr>
                <a:schemeClr val="hlink"/>
              </a:buClr>
              <a:buSzPts val="1400"/>
              <a:buFont typeface="Anaheim"/>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0" name="Shape 140"/>
        <p:cNvGrpSpPr/>
        <p:nvPr/>
      </p:nvGrpSpPr>
      <p:grpSpPr>
        <a:xfrm>
          <a:off x="0" y="0"/>
          <a:ext cx="0" cy="0"/>
          <a:chOff x="0" y="0"/>
          <a:chExt cx="0" cy="0"/>
        </a:xfrm>
      </p:grpSpPr>
      <p:sp>
        <p:nvSpPr>
          <p:cNvPr id="141" name="Google Shape;141;p16"/>
          <p:cNvSpPr txBox="1"/>
          <p:nvPr>
            <p:ph type="title"/>
          </p:nvPr>
        </p:nvSpPr>
        <p:spPr>
          <a:xfrm>
            <a:off x="1458150" y="2892963"/>
            <a:ext cx="6227700" cy="759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42" name="Google Shape;142;p16"/>
          <p:cNvSpPr txBox="1"/>
          <p:nvPr>
            <p:ph idx="1" type="subTitle"/>
          </p:nvPr>
        </p:nvSpPr>
        <p:spPr>
          <a:xfrm>
            <a:off x="1458150" y="1490938"/>
            <a:ext cx="6227700" cy="1322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grpSp>
        <p:nvGrpSpPr>
          <p:cNvPr id="143" name="Google Shape;143;p16"/>
          <p:cNvGrpSpPr/>
          <p:nvPr/>
        </p:nvGrpSpPr>
        <p:grpSpPr>
          <a:xfrm>
            <a:off x="-231623" y="-145575"/>
            <a:ext cx="9673883" cy="5487601"/>
            <a:chOff x="-231623" y="-145575"/>
            <a:chExt cx="9673883" cy="5487601"/>
          </a:xfrm>
        </p:grpSpPr>
        <p:grpSp>
          <p:nvGrpSpPr>
            <p:cNvPr id="144" name="Google Shape;144;p16"/>
            <p:cNvGrpSpPr/>
            <p:nvPr/>
          </p:nvGrpSpPr>
          <p:grpSpPr>
            <a:xfrm>
              <a:off x="-231623" y="-112700"/>
              <a:ext cx="9673883" cy="5451505"/>
              <a:chOff x="-231623" y="-112700"/>
              <a:chExt cx="9673883" cy="5451505"/>
            </a:xfrm>
          </p:grpSpPr>
          <p:sp>
            <p:nvSpPr>
              <p:cNvPr id="145" name="Google Shape;145;p16"/>
              <p:cNvSpPr/>
              <p:nvPr/>
            </p:nvSpPr>
            <p:spPr>
              <a:xfrm>
                <a:off x="7685849" y="-112700"/>
                <a:ext cx="1756410" cy="1445018"/>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146" name="Google Shape;146;p16"/>
              <p:cNvSpPr/>
              <p:nvPr/>
            </p:nvSpPr>
            <p:spPr>
              <a:xfrm>
                <a:off x="-231623" y="4115280"/>
                <a:ext cx="3130850" cy="1223525"/>
              </a:xfrm>
              <a:custGeom>
                <a:rect b="b" l="l" r="r" t="t"/>
                <a:pathLst>
                  <a:path extrusionOk="0" h="48941" w="125234">
                    <a:moveTo>
                      <a:pt x="21268" y="1140"/>
                    </a:moveTo>
                    <a:cubicBezTo>
                      <a:pt x="27579" y="3654"/>
                      <a:pt x="34204" y="16263"/>
                      <a:pt x="40815" y="21391"/>
                    </a:cubicBezTo>
                    <a:cubicBezTo>
                      <a:pt x="47426" y="26519"/>
                      <a:pt x="51636" y="31374"/>
                      <a:pt x="60932" y="31907"/>
                    </a:cubicBezTo>
                    <a:cubicBezTo>
                      <a:pt x="70229" y="32441"/>
                      <a:pt x="87450" y="24821"/>
                      <a:pt x="96594" y="24592"/>
                    </a:cubicBezTo>
                    <a:cubicBezTo>
                      <a:pt x="105738" y="24363"/>
                      <a:pt x="111030" y="27390"/>
                      <a:pt x="115796" y="30535"/>
                    </a:cubicBezTo>
                    <a:cubicBezTo>
                      <a:pt x="120562" y="33680"/>
                      <a:pt x="125241" y="40737"/>
                      <a:pt x="125191" y="43464"/>
                    </a:cubicBezTo>
                    <a:cubicBezTo>
                      <a:pt x="125141" y="46191"/>
                      <a:pt x="126645" y="46245"/>
                      <a:pt x="115496" y="46899"/>
                    </a:cubicBezTo>
                    <a:cubicBezTo>
                      <a:pt x="104347" y="47553"/>
                      <a:pt x="76718" y="47145"/>
                      <a:pt x="58298" y="47390"/>
                    </a:cubicBezTo>
                    <a:cubicBezTo>
                      <a:pt x="39878" y="47635"/>
                      <a:pt x="14350" y="50006"/>
                      <a:pt x="4978" y="48370"/>
                    </a:cubicBezTo>
                    <a:cubicBezTo>
                      <a:pt x="-4393" y="46735"/>
                      <a:pt x="2408" y="44587"/>
                      <a:pt x="2069" y="37577"/>
                    </a:cubicBezTo>
                    <a:cubicBezTo>
                      <a:pt x="1731" y="30567"/>
                      <a:pt x="-253" y="12382"/>
                      <a:pt x="2947" y="6309"/>
                    </a:cubicBezTo>
                    <a:cubicBezTo>
                      <a:pt x="6147" y="236"/>
                      <a:pt x="14957" y="-1374"/>
                      <a:pt x="21268" y="1140"/>
                    </a:cubicBezTo>
                    <a:close/>
                  </a:path>
                </a:pathLst>
              </a:custGeom>
              <a:solidFill>
                <a:schemeClr val="lt2"/>
              </a:solidFill>
              <a:ln>
                <a:noFill/>
              </a:ln>
            </p:spPr>
          </p:sp>
        </p:grpSp>
        <p:grpSp>
          <p:nvGrpSpPr>
            <p:cNvPr id="147" name="Google Shape;147;p16"/>
            <p:cNvGrpSpPr/>
            <p:nvPr/>
          </p:nvGrpSpPr>
          <p:grpSpPr>
            <a:xfrm>
              <a:off x="-136225" y="-145575"/>
              <a:ext cx="9497824" cy="5487601"/>
              <a:chOff x="-137650" y="-129875"/>
              <a:chExt cx="9497824" cy="5487601"/>
            </a:xfrm>
          </p:grpSpPr>
          <p:sp>
            <p:nvSpPr>
              <p:cNvPr id="148" name="Google Shape;148;p16"/>
              <p:cNvSpPr/>
              <p:nvPr/>
            </p:nvSpPr>
            <p:spPr>
              <a:xfrm>
                <a:off x="6229027" y="4567803"/>
                <a:ext cx="3131147" cy="789923"/>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149" name="Google Shape;149;p16"/>
              <p:cNvSpPr/>
              <p:nvPr/>
            </p:nvSpPr>
            <p:spPr>
              <a:xfrm>
                <a:off x="-137650" y="-129875"/>
                <a:ext cx="3130956" cy="1168732"/>
              </a:xfrm>
              <a:custGeom>
                <a:rect b="b" l="l" r="r" t="t"/>
                <a:pathLst>
                  <a:path extrusionOk="0" h="54347" w="145592">
                    <a:moveTo>
                      <a:pt x="25204" y="673"/>
                    </a:moveTo>
                    <a:cubicBezTo>
                      <a:pt x="45437" y="10"/>
                      <a:pt x="104042" y="-247"/>
                      <a:pt x="124076" y="288"/>
                    </a:cubicBezTo>
                    <a:cubicBezTo>
                      <a:pt x="144110" y="823"/>
                      <a:pt x="144044" y="1336"/>
                      <a:pt x="145406" y="3881"/>
                    </a:cubicBezTo>
                    <a:cubicBezTo>
                      <a:pt x="146768" y="6426"/>
                      <a:pt x="140489" y="12457"/>
                      <a:pt x="132249" y="15558"/>
                    </a:cubicBezTo>
                    <a:cubicBezTo>
                      <a:pt x="124010" y="18659"/>
                      <a:pt x="107348" y="20008"/>
                      <a:pt x="95969" y="22487"/>
                    </a:cubicBezTo>
                    <a:cubicBezTo>
                      <a:pt x="84590" y="24966"/>
                      <a:pt x="73879" y="25985"/>
                      <a:pt x="63974" y="30434"/>
                    </a:cubicBezTo>
                    <a:cubicBezTo>
                      <a:pt x="54070" y="34883"/>
                      <a:pt x="45762" y="45293"/>
                      <a:pt x="36542" y="49179"/>
                    </a:cubicBezTo>
                    <a:cubicBezTo>
                      <a:pt x="27322" y="53065"/>
                      <a:pt x="14563" y="55548"/>
                      <a:pt x="8653" y="53751"/>
                    </a:cubicBezTo>
                    <a:cubicBezTo>
                      <a:pt x="2743" y="51954"/>
                      <a:pt x="2080" y="46647"/>
                      <a:pt x="1084" y="38399"/>
                    </a:cubicBezTo>
                    <a:cubicBezTo>
                      <a:pt x="88" y="30152"/>
                      <a:pt x="-1341" y="10554"/>
                      <a:pt x="2679" y="4266"/>
                    </a:cubicBezTo>
                    <a:cubicBezTo>
                      <a:pt x="6699" y="-2022"/>
                      <a:pt x="4971" y="1336"/>
                      <a:pt x="25204" y="673"/>
                    </a:cubicBezTo>
                    <a:close/>
                  </a:path>
                </a:pathLst>
              </a:custGeom>
              <a:solidFill>
                <a:schemeClr val="lt2"/>
              </a:solidFill>
              <a:ln>
                <a:noFill/>
              </a:ln>
            </p:spPr>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50" name="Shape 150"/>
        <p:cNvGrpSpPr/>
        <p:nvPr/>
      </p:nvGrpSpPr>
      <p:grpSpPr>
        <a:xfrm>
          <a:off x="0" y="0"/>
          <a:ext cx="0" cy="0"/>
          <a:chOff x="0" y="0"/>
          <a:chExt cx="0" cy="0"/>
        </a:xfrm>
      </p:grpSpPr>
      <p:sp>
        <p:nvSpPr>
          <p:cNvPr id="151" name="Google Shape;151;p17"/>
          <p:cNvSpPr txBox="1"/>
          <p:nvPr>
            <p:ph idx="1" type="subTitle"/>
          </p:nvPr>
        </p:nvSpPr>
        <p:spPr>
          <a:xfrm>
            <a:off x="5897950" y="1646200"/>
            <a:ext cx="2518800" cy="116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52" name="Google Shape;152;p17"/>
          <p:cNvSpPr txBox="1"/>
          <p:nvPr>
            <p:ph type="title"/>
          </p:nvPr>
        </p:nvSpPr>
        <p:spPr>
          <a:xfrm>
            <a:off x="5897950" y="536100"/>
            <a:ext cx="2518800" cy="1161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3" name="Google Shape;153;p17"/>
          <p:cNvSpPr/>
          <p:nvPr>
            <p:ph idx="2" type="pic"/>
          </p:nvPr>
        </p:nvSpPr>
        <p:spPr>
          <a:xfrm>
            <a:off x="-6100" y="-3200"/>
            <a:ext cx="3558000" cy="5143500"/>
          </a:xfrm>
          <a:prstGeom prst="rect">
            <a:avLst/>
          </a:prstGeom>
          <a:noFill/>
          <a:ln>
            <a:noFill/>
          </a:ln>
        </p:spPr>
      </p:sp>
      <p:sp>
        <p:nvSpPr>
          <p:cNvPr id="154" name="Google Shape;154;p17"/>
          <p:cNvSpPr/>
          <p:nvPr>
            <p:ph idx="3" type="pic"/>
          </p:nvPr>
        </p:nvSpPr>
        <p:spPr>
          <a:xfrm>
            <a:off x="3690375" y="2969775"/>
            <a:ext cx="5453700" cy="2170500"/>
          </a:xfrm>
          <a:prstGeom prst="rect">
            <a:avLst/>
          </a:prstGeom>
          <a:noFill/>
          <a:ln>
            <a:noFill/>
          </a:ln>
        </p:spPr>
      </p:sp>
      <p:sp>
        <p:nvSpPr>
          <p:cNvPr id="155" name="Google Shape;155;p17"/>
          <p:cNvSpPr/>
          <p:nvPr>
            <p:ph idx="4" type="pic"/>
          </p:nvPr>
        </p:nvSpPr>
        <p:spPr>
          <a:xfrm>
            <a:off x="3690375" y="-3200"/>
            <a:ext cx="2069100" cy="2810700"/>
          </a:xfrm>
          <a:prstGeom prst="rect">
            <a:avLst/>
          </a:prstGeom>
          <a:noFill/>
          <a:ln>
            <a:noFill/>
          </a:ln>
        </p:spPr>
      </p:sp>
      <p:sp>
        <p:nvSpPr>
          <p:cNvPr id="156" name="Google Shape;156;p17"/>
          <p:cNvSpPr/>
          <p:nvPr/>
        </p:nvSpPr>
        <p:spPr>
          <a:xfrm>
            <a:off x="7515435" y="-267980"/>
            <a:ext cx="1950700" cy="1234425"/>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57" name="Shape 157"/>
        <p:cNvGrpSpPr/>
        <p:nvPr/>
      </p:nvGrpSpPr>
      <p:grpSpPr>
        <a:xfrm>
          <a:off x="0" y="0"/>
          <a:ext cx="0" cy="0"/>
          <a:chOff x="0" y="0"/>
          <a:chExt cx="0" cy="0"/>
        </a:xfrm>
      </p:grpSpPr>
      <p:sp>
        <p:nvSpPr>
          <p:cNvPr id="158" name="Google Shape;15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9" name="Google Shape;159;p18"/>
          <p:cNvSpPr txBox="1"/>
          <p:nvPr>
            <p:ph idx="1" type="subTitle"/>
          </p:nvPr>
        </p:nvSpPr>
        <p:spPr>
          <a:xfrm>
            <a:off x="714950" y="1545775"/>
            <a:ext cx="2165400" cy="751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60" name="Google Shape;160;p18"/>
          <p:cNvSpPr txBox="1"/>
          <p:nvPr>
            <p:ph idx="2" type="subTitle"/>
          </p:nvPr>
        </p:nvSpPr>
        <p:spPr>
          <a:xfrm>
            <a:off x="714950" y="2302350"/>
            <a:ext cx="2165400" cy="19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1" name="Google Shape;161;p18"/>
          <p:cNvSpPr txBox="1"/>
          <p:nvPr>
            <p:ph idx="3" type="subTitle"/>
          </p:nvPr>
        </p:nvSpPr>
        <p:spPr>
          <a:xfrm>
            <a:off x="3397075" y="2302350"/>
            <a:ext cx="2159700" cy="19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2" name="Google Shape;162;p18"/>
          <p:cNvSpPr txBox="1"/>
          <p:nvPr>
            <p:ph idx="4" type="subTitle"/>
          </p:nvPr>
        </p:nvSpPr>
        <p:spPr>
          <a:xfrm>
            <a:off x="6263625" y="2302350"/>
            <a:ext cx="2165400" cy="19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3" name="Google Shape;163;p18"/>
          <p:cNvSpPr txBox="1"/>
          <p:nvPr>
            <p:ph idx="5" type="subTitle"/>
          </p:nvPr>
        </p:nvSpPr>
        <p:spPr>
          <a:xfrm>
            <a:off x="3402725" y="1545775"/>
            <a:ext cx="2159700" cy="751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64" name="Google Shape;164;p18"/>
          <p:cNvSpPr txBox="1"/>
          <p:nvPr>
            <p:ph idx="6" type="subTitle"/>
          </p:nvPr>
        </p:nvSpPr>
        <p:spPr>
          <a:xfrm>
            <a:off x="6263625" y="1545775"/>
            <a:ext cx="2165400" cy="751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grpSp>
        <p:nvGrpSpPr>
          <p:cNvPr id="165" name="Google Shape;165;p18"/>
          <p:cNvGrpSpPr/>
          <p:nvPr/>
        </p:nvGrpSpPr>
        <p:grpSpPr>
          <a:xfrm>
            <a:off x="-231625" y="-145575"/>
            <a:ext cx="9673931" cy="5487621"/>
            <a:chOff x="-231625" y="-145575"/>
            <a:chExt cx="9673931" cy="5487621"/>
          </a:xfrm>
        </p:grpSpPr>
        <p:grpSp>
          <p:nvGrpSpPr>
            <p:cNvPr id="166" name="Google Shape;166;p18"/>
            <p:cNvGrpSpPr/>
            <p:nvPr/>
          </p:nvGrpSpPr>
          <p:grpSpPr>
            <a:xfrm flipH="1" rot="10800000">
              <a:off x="-231625" y="-142341"/>
              <a:ext cx="9673931" cy="5451512"/>
              <a:chOff x="-231625" y="-112700"/>
              <a:chExt cx="9673931" cy="5451512"/>
            </a:xfrm>
          </p:grpSpPr>
          <p:sp>
            <p:nvSpPr>
              <p:cNvPr id="167" name="Google Shape;167;p18"/>
              <p:cNvSpPr/>
              <p:nvPr/>
            </p:nvSpPr>
            <p:spPr>
              <a:xfrm>
                <a:off x="7941827" y="-112700"/>
                <a:ext cx="1500478" cy="1234425"/>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168" name="Google Shape;168;p18"/>
              <p:cNvSpPr/>
              <p:nvPr/>
            </p:nvSpPr>
            <p:spPr>
              <a:xfrm>
                <a:off x="-231625" y="4558196"/>
                <a:ext cx="1843282" cy="780616"/>
              </a:xfrm>
              <a:custGeom>
                <a:rect b="b" l="l" r="r" t="t"/>
                <a:pathLst>
                  <a:path extrusionOk="0" h="39590" w="121890">
                    <a:moveTo>
                      <a:pt x="20699" y="636"/>
                    </a:moveTo>
                    <a:cubicBezTo>
                      <a:pt x="27366" y="2019"/>
                      <a:pt x="34033" y="9260"/>
                      <a:pt x="42870" y="13143"/>
                    </a:cubicBezTo>
                    <a:cubicBezTo>
                      <a:pt x="51707" y="17026"/>
                      <a:pt x="65277" y="21534"/>
                      <a:pt x="73721" y="23932"/>
                    </a:cubicBezTo>
                    <a:cubicBezTo>
                      <a:pt x="82165" y="26330"/>
                      <a:pt x="86643" y="26507"/>
                      <a:pt x="93535" y="27530"/>
                    </a:cubicBezTo>
                    <a:cubicBezTo>
                      <a:pt x="100427" y="28553"/>
                      <a:pt x="110355" y="28803"/>
                      <a:pt x="115072" y="30069"/>
                    </a:cubicBezTo>
                    <a:cubicBezTo>
                      <a:pt x="119790" y="31335"/>
                      <a:pt x="122285" y="33818"/>
                      <a:pt x="121840" y="35127"/>
                    </a:cubicBezTo>
                    <a:cubicBezTo>
                      <a:pt x="121396" y="36437"/>
                      <a:pt x="123255" y="37393"/>
                      <a:pt x="112405" y="37926"/>
                    </a:cubicBezTo>
                    <a:cubicBezTo>
                      <a:pt x="101555" y="38459"/>
                      <a:pt x="74665" y="38126"/>
                      <a:pt x="56738" y="38326"/>
                    </a:cubicBezTo>
                    <a:cubicBezTo>
                      <a:pt x="38811" y="38526"/>
                      <a:pt x="13966" y="40458"/>
                      <a:pt x="4845" y="39125"/>
                    </a:cubicBezTo>
                    <a:cubicBezTo>
                      <a:pt x="-4276" y="37792"/>
                      <a:pt x="2344" y="36042"/>
                      <a:pt x="2014" y="30329"/>
                    </a:cubicBezTo>
                    <a:cubicBezTo>
                      <a:pt x="1685" y="24616"/>
                      <a:pt x="-246" y="9797"/>
                      <a:pt x="2868" y="4848"/>
                    </a:cubicBezTo>
                    <a:cubicBezTo>
                      <a:pt x="5982" y="-101"/>
                      <a:pt x="14032" y="-746"/>
                      <a:pt x="20699" y="636"/>
                    </a:cubicBezTo>
                    <a:close/>
                  </a:path>
                </a:pathLst>
              </a:custGeom>
              <a:solidFill>
                <a:schemeClr val="lt2"/>
              </a:solidFill>
              <a:ln>
                <a:noFill/>
              </a:ln>
            </p:spPr>
          </p:sp>
        </p:grpSp>
        <p:grpSp>
          <p:nvGrpSpPr>
            <p:cNvPr id="169" name="Google Shape;169;p18"/>
            <p:cNvGrpSpPr/>
            <p:nvPr/>
          </p:nvGrpSpPr>
          <p:grpSpPr>
            <a:xfrm flipH="1" rot="10800000">
              <a:off x="-135300" y="-145575"/>
              <a:ext cx="9496694" cy="5487621"/>
              <a:chOff x="-136725" y="-129875"/>
              <a:chExt cx="9496694" cy="5487621"/>
            </a:xfrm>
          </p:grpSpPr>
          <p:sp>
            <p:nvSpPr>
              <p:cNvPr id="170" name="Google Shape;170;p18"/>
              <p:cNvSpPr/>
              <p:nvPr/>
            </p:nvSpPr>
            <p:spPr>
              <a:xfrm>
                <a:off x="7023300" y="4768200"/>
                <a:ext cx="2336669" cy="589546"/>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171" name="Google Shape;171;p18"/>
              <p:cNvSpPr/>
              <p:nvPr/>
            </p:nvSpPr>
            <p:spPr>
              <a:xfrm>
                <a:off x="-136725" y="-129875"/>
                <a:ext cx="2226995" cy="680603"/>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72" name="Shape 172"/>
        <p:cNvGrpSpPr/>
        <p:nvPr/>
      </p:nvGrpSpPr>
      <p:grpSpPr>
        <a:xfrm>
          <a:off x="0" y="0"/>
          <a:ext cx="0" cy="0"/>
          <a:chOff x="0" y="0"/>
          <a:chExt cx="0" cy="0"/>
        </a:xfrm>
      </p:grpSpPr>
      <p:sp>
        <p:nvSpPr>
          <p:cNvPr id="173" name="Google Shape;173;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 name="Google Shape;174;p19"/>
          <p:cNvSpPr txBox="1"/>
          <p:nvPr>
            <p:ph idx="1" type="subTitle"/>
          </p:nvPr>
        </p:nvSpPr>
        <p:spPr>
          <a:xfrm>
            <a:off x="2199200" y="1642900"/>
            <a:ext cx="51507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75" name="Google Shape;175;p19"/>
          <p:cNvSpPr txBox="1"/>
          <p:nvPr>
            <p:ph idx="2" type="subTitle"/>
          </p:nvPr>
        </p:nvSpPr>
        <p:spPr>
          <a:xfrm>
            <a:off x="2199200" y="2862600"/>
            <a:ext cx="51507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76" name="Google Shape;176;p19"/>
          <p:cNvSpPr txBox="1"/>
          <p:nvPr>
            <p:ph idx="3" type="subTitle"/>
          </p:nvPr>
        </p:nvSpPr>
        <p:spPr>
          <a:xfrm>
            <a:off x="2199200" y="4082300"/>
            <a:ext cx="51507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77" name="Google Shape;177;p19"/>
          <p:cNvSpPr txBox="1"/>
          <p:nvPr>
            <p:ph idx="4" type="subTitle"/>
          </p:nvPr>
        </p:nvSpPr>
        <p:spPr>
          <a:xfrm>
            <a:off x="2199200" y="1121550"/>
            <a:ext cx="51507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8" name="Google Shape;178;p19"/>
          <p:cNvSpPr txBox="1"/>
          <p:nvPr>
            <p:ph idx="5" type="subTitle"/>
          </p:nvPr>
        </p:nvSpPr>
        <p:spPr>
          <a:xfrm>
            <a:off x="2199200" y="2341255"/>
            <a:ext cx="51507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9" name="Google Shape;179;p19"/>
          <p:cNvSpPr txBox="1"/>
          <p:nvPr>
            <p:ph idx="6" type="subTitle"/>
          </p:nvPr>
        </p:nvSpPr>
        <p:spPr>
          <a:xfrm>
            <a:off x="2199200" y="3560960"/>
            <a:ext cx="51507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80" name="Google Shape;180;p19"/>
          <p:cNvGrpSpPr/>
          <p:nvPr/>
        </p:nvGrpSpPr>
        <p:grpSpPr>
          <a:xfrm flipH="1">
            <a:off x="-298081" y="-83726"/>
            <a:ext cx="9598956" cy="5382143"/>
            <a:chOff x="-227691" y="-83726"/>
            <a:chExt cx="9598956" cy="5382143"/>
          </a:xfrm>
        </p:grpSpPr>
        <p:grpSp>
          <p:nvGrpSpPr>
            <p:cNvPr id="181" name="Google Shape;181;p19"/>
            <p:cNvGrpSpPr/>
            <p:nvPr/>
          </p:nvGrpSpPr>
          <p:grpSpPr>
            <a:xfrm>
              <a:off x="-227691" y="-83726"/>
              <a:ext cx="9598956" cy="5382143"/>
              <a:chOff x="-227691" y="-83726"/>
              <a:chExt cx="9598956" cy="5382143"/>
            </a:xfrm>
          </p:grpSpPr>
          <p:sp>
            <p:nvSpPr>
              <p:cNvPr id="182" name="Google Shape;182;p19"/>
              <p:cNvSpPr/>
              <p:nvPr/>
            </p:nvSpPr>
            <p:spPr>
              <a:xfrm>
                <a:off x="8046740" y="-83726"/>
                <a:ext cx="1324525" cy="838175"/>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183" name="Google Shape;183;p19"/>
              <p:cNvSpPr/>
              <p:nvPr/>
            </p:nvSpPr>
            <p:spPr>
              <a:xfrm>
                <a:off x="-227691" y="4220747"/>
                <a:ext cx="1124404" cy="1077670"/>
              </a:xfrm>
              <a:custGeom>
                <a:rect b="b" l="l" r="r" t="t"/>
                <a:pathLst>
                  <a:path extrusionOk="0" h="79255" w="51673">
                    <a:moveTo>
                      <a:pt x="51661" y="74424"/>
                    </a:moveTo>
                    <a:cubicBezTo>
                      <a:pt x="51221" y="70511"/>
                      <a:pt x="36300" y="60849"/>
                      <a:pt x="31006" y="54737"/>
                    </a:cubicBezTo>
                    <a:cubicBezTo>
                      <a:pt x="25712" y="48625"/>
                      <a:pt x="22540" y="45638"/>
                      <a:pt x="19899" y="37750"/>
                    </a:cubicBezTo>
                    <a:cubicBezTo>
                      <a:pt x="17258" y="29862"/>
                      <a:pt x="17213" y="13652"/>
                      <a:pt x="15159" y="7410"/>
                    </a:cubicBezTo>
                    <a:cubicBezTo>
                      <a:pt x="13105" y="1168"/>
                      <a:pt x="9944" y="1010"/>
                      <a:pt x="7574" y="299"/>
                    </a:cubicBezTo>
                    <a:cubicBezTo>
                      <a:pt x="5204" y="-412"/>
                      <a:pt x="2043" y="0"/>
                      <a:pt x="937" y="3144"/>
                    </a:cubicBezTo>
                    <a:cubicBezTo>
                      <a:pt x="-169" y="6288"/>
                      <a:pt x="857" y="12320"/>
                      <a:pt x="937" y="19161"/>
                    </a:cubicBezTo>
                    <a:cubicBezTo>
                      <a:pt x="1017" y="26002"/>
                      <a:pt x="1497" y="36167"/>
                      <a:pt x="1418" y="44192"/>
                    </a:cubicBezTo>
                    <a:cubicBezTo>
                      <a:pt x="1339" y="52217"/>
                      <a:pt x="-958" y="61626"/>
                      <a:pt x="463" y="67313"/>
                    </a:cubicBezTo>
                    <a:cubicBezTo>
                      <a:pt x="1884" y="73001"/>
                      <a:pt x="4413" y="76500"/>
                      <a:pt x="9944" y="78317"/>
                    </a:cubicBezTo>
                    <a:cubicBezTo>
                      <a:pt x="15475" y="80134"/>
                      <a:pt x="26694" y="78865"/>
                      <a:pt x="33647" y="78216"/>
                    </a:cubicBezTo>
                    <a:cubicBezTo>
                      <a:pt x="40600" y="77567"/>
                      <a:pt x="52101" y="78337"/>
                      <a:pt x="51661" y="74424"/>
                    </a:cubicBezTo>
                    <a:close/>
                  </a:path>
                </a:pathLst>
              </a:custGeom>
              <a:solidFill>
                <a:schemeClr val="lt2"/>
              </a:solidFill>
              <a:ln>
                <a:noFill/>
              </a:ln>
            </p:spPr>
          </p:sp>
        </p:grpSp>
        <p:grpSp>
          <p:nvGrpSpPr>
            <p:cNvPr id="184" name="Google Shape;184;p19"/>
            <p:cNvGrpSpPr/>
            <p:nvPr/>
          </p:nvGrpSpPr>
          <p:grpSpPr>
            <a:xfrm>
              <a:off x="-140513" y="-83725"/>
              <a:ext cx="9376095" cy="5319650"/>
              <a:chOff x="-140513" y="-83725"/>
              <a:chExt cx="9376095" cy="5319650"/>
            </a:xfrm>
          </p:grpSpPr>
          <p:sp>
            <p:nvSpPr>
              <p:cNvPr id="185" name="Google Shape;185;p19"/>
              <p:cNvSpPr/>
              <p:nvPr/>
            </p:nvSpPr>
            <p:spPr>
              <a:xfrm>
                <a:off x="-140513" y="-83725"/>
                <a:ext cx="1711418" cy="1804654"/>
              </a:xfrm>
              <a:custGeom>
                <a:rect b="b" l="l" r="r" t="t"/>
                <a:pathLst>
                  <a:path extrusionOk="0" h="96005" w="91045">
                    <a:moveTo>
                      <a:pt x="83521" y="1692"/>
                    </a:moveTo>
                    <a:cubicBezTo>
                      <a:pt x="90676" y="3761"/>
                      <a:pt x="95234" y="8141"/>
                      <a:pt x="85371" y="12468"/>
                    </a:cubicBezTo>
                    <a:cubicBezTo>
                      <a:pt x="75508" y="16796"/>
                      <a:pt x="35185" y="17357"/>
                      <a:pt x="24342" y="27657"/>
                    </a:cubicBezTo>
                    <a:cubicBezTo>
                      <a:pt x="13499" y="37957"/>
                      <a:pt x="21695" y="63747"/>
                      <a:pt x="20313" y="74267"/>
                    </a:cubicBezTo>
                    <a:cubicBezTo>
                      <a:pt x="18931" y="84787"/>
                      <a:pt x="18176" y="87162"/>
                      <a:pt x="16049" y="90778"/>
                    </a:cubicBezTo>
                    <a:cubicBezTo>
                      <a:pt x="13922" y="94395"/>
                      <a:pt x="9752" y="96307"/>
                      <a:pt x="7552" y="95966"/>
                    </a:cubicBezTo>
                    <a:cubicBezTo>
                      <a:pt x="5352" y="95625"/>
                      <a:pt x="3747" y="97051"/>
                      <a:pt x="2851" y="88733"/>
                    </a:cubicBezTo>
                    <a:cubicBezTo>
                      <a:pt x="1956" y="80415"/>
                      <a:pt x="2515" y="59802"/>
                      <a:pt x="2179" y="46059"/>
                    </a:cubicBezTo>
                    <a:cubicBezTo>
                      <a:pt x="1843" y="32317"/>
                      <a:pt x="-1531" y="13793"/>
                      <a:pt x="836" y="6278"/>
                    </a:cubicBezTo>
                    <a:cubicBezTo>
                      <a:pt x="3203" y="-1237"/>
                      <a:pt x="9446" y="2006"/>
                      <a:pt x="16380" y="969"/>
                    </a:cubicBezTo>
                    <a:cubicBezTo>
                      <a:pt x="23314" y="-68"/>
                      <a:pt x="31251" y="-66"/>
                      <a:pt x="42441" y="54"/>
                    </a:cubicBezTo>
                    <a:cubicBezTo>
                      <a:pt x="53631" y="175"/>
                      <a:pt x="76366" y="-377"/>
                      <a:pt x="83521" y="1692"/>
                    </a:cubicBezTo>
                    <a:close/>
                  </a:path>
                </a:pathLst>
              </a:custGeom>
              <a:solidFill>
                <a:schemeClr val="lt2"/>
              </a:solidFill>
              <a:ln>
                <a:noFill/>
              </a:ln>
            </p:spPr>
          </p:sp>
          <p:sp>
            <p:nvSpPr>
              <p:cNvPr id="186" name="Google Shape;186;p19"/>
              <p:cNvSpPr/>
              <p:nvPr/>
            </p:nvSpPr>
            <p:spPr>
              <a:xfrm rot="10800000">
                <a:off x="8382898" y="4466174"/>
                <a:ext cx="852685" cy="769751"/>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87" name="Shape 187"/>
        <p:cNvGrpSpPr/>
        <p:nvPr/>
      </p:nvGrpSpPr>
      <p:grpSpPr>
        <a:xfrm>
          <a:off x="0" y="0"/>
          <a:ext cx="0" cy="0"/>
          <a:chOff x="0" y="0"/>
          <a:chExt cx="0" cy="0"/>
        </a:xfrm>
      </p:grpSpPr>
      <p:sp>
        <p:nvSpPr>
          <p:cNvPr id="188" name="Google Shape;18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9" name="Google Shape;189;p20"/>
          <p:cNvSpPr txBox="1"/>
          <p:nvPr>
            <p:ph idx="1" type="subTitle"/>
          </p:nvPr>
        </p:nvSpPr>
        <p:spPr>
          <a:xfrm>
            <a:off x="943625" y="1306475"/>
            <a:ext cx="32856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90" name="Google Shape;190;p20"/>
          <p:cNvSpPr txBox="1"/>
          <p:nvPr>
            <p:ph idx="2" type="subTitle"/>
          </p:nvPr>
        </p:nvSpPr>
        <p:spPr>
          <a:xfrm>
            <a:off x="943625" y="1832375"/>
            <a:ext cx="3285600" cy="891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1" name="Google Shape;191;p20"/>
          <p:cNvSpPr txBox="1"/>
          <p:nvPr>
            <p:ph idx="3" type="subTitle"/>
          </p:nvPr>
        </p:nvSpPr>
        <p:spPr>
          <a:xfrm>
            <a:off x="4914775" y="1832375"/>
            <a:ext cx="3285600" cy="891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2" name="Google Shape;192;p20"/>
          <p:cNvSpPr txBox="1"/>
          <p:nvPr>
            <p:ph idx="4" type="subTitle"/>
          </p:nvPr>
        </p:nvSpPr>
        <p:spPr>
          <a:xfrm>
            <a:off x="943625" y="3580700"/>
            <a:ext cx="3285600" cy="891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3" name="Google Shape;193;p20"/>
          <p:cNvSpPr txBox="1"/>
          <p:nvPr>
            <p:ph idx="5" type="subTitle"/>
          </p:nvPr>
        </p:nvSpPr>
        <p:spPr>
          <a:xfrm>
            <a:off x="4914775" y="3580700"/>
            <a:ext cx="3285600" cy="891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4" name="Google Shape;194;p20"/>
          <p:cNvSpPr txBox="1"/>
          <p:nvPr>
            <p:ph idx="6" type="subTitle"/>
          </p:nvPr>
        </p:nvSpPr>
        <p:spPr>
          <a:xfrm>
            <a:off x="943625" y="3054800"/>
            <a:ext cx="32856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95" name="Google Shape;195;p20"/>
          <p:cNvSpPr txBox="1"/>
          <p:nvPr>
            <p:ph idx="7" type="subTitle"/>
          </p:nvPr>
        </p:nvSpPr>
        <p:spPr>
          <a:xfrm>
            <a:off x="4914775" y="1306475"/>
            <a:ext cx="32856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96" name="Google Shape;196;p20"/>
          <p:cNvSpPr txBox="1"/>
          <p:nvPr>
            <p:ph idx="8" type="subTitle"/>
          </p:nvPr>
        </p:nvSpPr>
        <p:spPr>
          <a:xfrm>
            <a:off x="4914775" y="3054800"/>
            <a:ext cx="32856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grpSp>
        <p:nvGrpSpPr>
          <p:cNvPr id="197" name="Google Shape;197;p20"/>
          <p:cNvGrpSpPr/>
          <p:nvPr/>
        </p:nvGrpSpPr>
        <p:grpSpPr>
          <a:xfrm flipH="1" rot="10800000">
            <a:off x="-107646" y="-130900"/>
            <a:ext cx="9412777" cy="5440157"/>
            <a:chOff x="-107646" y="-123516"/>
            <a:chExt cx="9412777" cy="5440157"/>
          </a:xfrm>
        </p:grpSpPr>
        <p:grpSp>
          <p:nvGrpSpPr>
            <p:cNvPr id="198" name="Google Shape;198;p20"/>
            <p:cNvGrpSpPr/>
            <p:nvPr/>
          </p:nvGrpSpPr>
          <p:grpSpPr>
            <a:xfrm>
              <a:off x="-81592" y="-123516"/>
              <a:ext cx="9386723" cy="5440157"/>
              <a:chOff x="-81592" y="-123516"/>
              <a:chExt cx="9386723" cy="5440157"/>
            </a:xfrm>
          </p:grpSpPr>
          <p:sp>
            <p:nvSpPr>
              <p:cNvPr id="199" name="Google Shape;199;p20"/>
              <p:cNvSpPr/>
              <p:nvPr/>
            </p:nvSpPr>
            <p:spPr>
              <a:xfrm>
                <a:off x="7843906" y="-123516"/>
                <a:ext cx="1461225" cy="933825"/>
              </a:xfrm>
              <a:custGeom>
                <a:rect b="b" l="l" r="r" t="t"/>
                <a:pathLst>
                  <a:path extrusionOk="0" h="37353" w="58449">
                    <a:moveTo>
                      <a:pt x="4454" y="1379"/>
                    </a:moveTo>
                    <a:cubicBezTo>
                      <a:pt x="-2676" y="4311"/>
                      <a:pt x="-37" y="15549"/>
                      <a:pt x="4002" y="19023"/>
                    </a:cubicBezTo>
                    <a:cubicBezTo>
                      <a:pt x="8041" y="22497"/>
                      <a:pt x="22404" y="19745"/>
                      <a:pt x="28690" y="22223"/>
                    </a:cubicBezTo>
                    <a:cubicBezTo>
                      <a:pt x="34976" y="24701"/>
                      <a:pt x="37995" y="31409"/>
                      <a:pt x="41719" y="33892"/>
                    </a:cubicBezTo>
                    <a:cubicBezTo>
                      <a:pt x="45443" y="36376"/>
                      <a:pt x="48291" y="37971"/>
                      <a:pt x="51036" y="37124"/>
                    </a:cubicBezTo>
                    <a:cubicBezTo>
                      <a:pt x="53781" y="36277"/>
                      <a:pt x="57378" y="34378"/>
                      <a:pt x="58190" y="28809"/>
                    </a:cubicBezTo>
                    <a:cubicBezTo>
                      <a:pt x="59002" y="23240"/>
                      <a:pt x="57810" y="8274"/>
                      <a:pt x="55909" y="3711"/>
                    </a:cubicBezTo>
                    <a:cubicBezTo>
                      <a:pt x="54008" y="-852"/>
                      <a:pt x="55359" y="1819"/>
                      <a:pt x="46783" y="1430"/>
                    </a:cubicBezTo>
                    <a:cubicBezTo>
                      <a:pt x="38207" y="1041"/>
                      <a:pt x="11584" y="-1553"/>
                      <a:pt x="4454" y="1379"/>
                    </a:cubicBezTo>
                    <a:close/>
                  </a:path>
                </a:pathLst>
              </a:custGeom>
              <a:solidFill>
                <a:schemeClr val="lt2"/>
              </a:solidFill>
              <a:ln>
                <a:noFill/>
              </a:ln>
            </p:spPr>
          </p:sp>
          <p:sp>
            <p:nvSpPr>
              <p:cNvPr id="200" name="Google Shape;200;p20"/>
              <p:cNvSpPr/>
              <p:nvPr/>
            </p:nvSpPr>
            <p:spPr>
              <a:xfrm>
                <a:off x="-81592" y="3573867"/>
                <a:ext cx="1130775" cy="1742775"/>
              </a:xfrm>
              <a:custGeom>
                <a:rect b="b" l="l" r="r" t="t"/>
                <a:pathLst>
                  <a:path extrusionOk="0" h="69711" w="45231">
                    <a:moveTo>
                      <a:pt x="45219" y="64778"/>
                    </a:moveTo>
                    <a:cubicBezTo>
                      <a:pt x="44836" y="61372"/>
                      <a:pt x="31848" y="52963"/>
                      <a:pt x="27240" y="47643"/>
                    </a:cubicBezTo>
                    <a:cubicBezTo>
                      <a:pt x="22632" y="42323"/>
                      <a:pt x="19872" y="39723"/>
                      <a:pt x="17573" y="32857"/>
                    </a:cubicBezTo>
                    <a:cubicBezTo>
                      <a:pt x="15274" y="25991"/>
                      <a:pt x="15235" y="11882"/>
                      <a:pt x="13447" y="6449"/>
                    </a:cubicBezTo>
                    <a:cubicBezTo>
                      <a:pt x="11659" y="1016"/>
                      <a:pt x="8908" y="879"/>
                      <a:pt x="6845" y="260"/>
                    </a:cubicBezTo>
                    <a:cubicBezTo>
                      <a:pt x="4782" y="-359"/>
                      <a:pt x="2031" y="0"/>
                      <a:pt x="1068" y="2736"/>
                    </a:cubicBezTo>
                    <a:cubicBezTo>
                      <a:pt x="105" y="5472"/>
                      <a:pt x="998" y="10722"/>
                      <a:pt x="1068" y="16677"/>
                    </a:cubicBezTo>
                    <a:cubicBezTo>
                      <a:pt x="1138" y="22632"/>
                      <a:pt x="1556" y="31479"/>
                      <a:pt x="1487" y="38464"/>
                    </a:cubicBezTo>
                    <a:cubicBezTo>
                      <a:pt x="1418" y="45449"/>
                      <a:pt x="436" y="53484"/>
                      <a:pt x="656" y="58589"/>
                    </a:cubicBezTo>
                    <a:cubicBezTo>
                      <a:pt x="877" y="63694"/>
                      <a:pt x="-2004" y="67513"/>
                      <a:pt x="2810" y="69095"/>
                    </a:cubicBezTo>
                    <a:cubicBezTo>
                      <a:pt x="7624" y="70677"/>
                      <a:pt x="22471" y="68799"/>
                      <a:pt x="29539" y="68079"/>
                    </a:cubicBezTo>
                    <a:cubicBezTo>
                      <a:pt x="36607" y="67360"/>
                      <a:pt x="45602" y="68184"/>
                      <a:pt x="45219" y="64778"/>
                    </a:cubicBezTo>
                    <a:close/>
                  </a:path>
                </a:pathLst>
              </a:custGeom>
              <a:solidFill>
                <a:schemeClr val="lt2"/>
              </a:solidFill>
              <a:ln>
                <a:noFill/>
              </a:ln>
            </p:spPr>
          </p:sp>
        </p:grpSp>
        <p:grpSp>
          <p:nvGrpSpPr>
            <p:cNvPr id="201" name="Google Shape;201;p20"/>
            <p:cNvGrpSpPr/>
            <p:nvPr/>
          </p:nvGrpSpPr>
          <p:grpSpPr>
            <a:xfrm>
              <a:off x="-107646" y="-20725"/>
              <a:ext cx="9343209" cy="5259937"/>
              <a:chOff x="-107646" y="-20725"/>
              <a:chExt cx="9343209" cy="5259937"/>
            </a:xfrm>
          </p:grpSpPr>
          <p:sp>
            <p:nvSpPr>
              <p:cNvPr id="202" name="Google Shape;202;p20"/>
              <p:cNvSpPr/>
              <p:nvPr/>
            </p:nvSpPr>
            <p:spPr>
              <a:xfrm>
                <a:off x="-107646" y="-20725"/>
                <a:ext cx="1189150" cy="1371625"/>
              </a:xfrm>
              <a:custGeom>
                <a:rect b="b" l="l" r="r" t="t"/>
                <a:pathLst>
                  <a:path extrusionOk="0" h="54865" w="47566">
                    <a:moveTo>
                      <a:pt x="47523" y="1187"/>
                    </a:moveTo>
                    <a:cubicBezTo>
                      <a:pt x="48474" y="3173"/>
                      <a:pt x="33401" y="7672"/>
                      <a:pt x="29856" y="12169"/>
                    </a:cubicBezTo>
                    <a:cubicBezTo>
                      <a:pt x="26311" y="16666"/>
                      <a:pt x="28989" y="23675"/>
                      <a:pt x="26255" y="28171"/>
                    </a:cubicBezTo>
                    <a:cubicBezTo>
                      <a:pt x="23521" y="32667"/>
                      <a:pt x="16308" y="35192"/>
                      <a:pt x="13454" y="39143"/>
                    </a:cubicBezTo>
                    <a:cubicBezTo>
                      <a:pt x="10600" y="43094"/>
                      <a:pt x="10658" y="49263"/>
                      <a:pt x="9132" y="51877"/>
                    </a:cubicBezTo>
                    <a:cubicBezTo>
                      <a:pt x="7606" y="54491"/>
                      <a:pt x="5549" y="55023"/>
                      <a:pt x="4297" y="54829"/>
                    </a:cubicBezTo>
                    <a:cubicBezTo>
                      <a:pt x="3045" y="54635"/>
                      <a:pt x="2132" y="55446"/>
                      <a:pt x="1622" y="50713"/>
                    </a:cubicBezTo>
                    <a:cubicBezTo>
                      <a:pt x="1113" y="45980"/>
                      <a:pt x="1431" y="34251"/>
                      <a:pt x="1240" y="26432"/>
                    </a:cubicBezTo>
                    <a:cubicBezTo>
                      <a:pt x="1049" y="18613"/>
                      <a:pt x="-871" y="8073"/>
                      <a:pt x="476" y="3797"/>
                    </a:cubicBezTo>
                    <a:cubicBezTo>
                      <a:pt x="1823" y="-479"/>
                      <a:pt x="5375" y="1366"/>
                      <a:pt x="9320" y="776"/>
                    </a:cubicBezTo>
                    <a:cubicBezTo>
                      <a:pt x="13266" y="186"/>
                      <a:pt x="17782" y="187"/>
                      <a:pt x="24149" y="255"/>
                    </a:cubicBezTo>
                    <a:cubicBezTo>
                      <a:pt x="30516" y="324"/>
                      <a:pt x="46572" y="-799"/>
                      <a:pt x="47523" y="1187"/>
                    </a:cubicBezTo>
                    <a:close/>
                  </a:path>
                </a:pathLst>
              </a:custGeom>
              <a:solidFill>
                <a:schemeClr val="lt2"/>
              </a:solidFill>
              <a:ln>
                <a:noFill/>
              </a:ln>
            </p:spPr>
          </p:sp>
          <p:sp>
            <p:nvSpPr>
              <p:cNvPr id="203" name="Google Shape;203;p20"/>
              <p:cNvSpPr/>
              <p:nvPr/>
            </p:nvSpPr>
            <p:spPr>
              <a:xfrm>
                <a:off x="7971512" y="4265863"/>
                <a:ext cx="1264050" cy="973350"/>
              </a:xfrm>
              <a:custGeom>
                <a:rect b="b" l="l" r="r" t="t"/>
                <a:pathLst>
                  <a:path extrusionOk="0" h="38934" w="50562">
                    <a:moveTo>
                      <a:pt x="43133" y="38215"/>
                    </a:moveTo>
                    <a:cubicBezTo>
                      <a:pt x="37160" y="38793"/>
                      <a:pt x="21086" y="38627"/>
                      <a:pt x="13942" y="38551"/>
                    </a:cubicBezTo>
                    <a:cubicBezTo>
                      <a:pt x="6798" y="38475"/>
                      <a:pt x="1557" y="39871"/>
                      <a:pt x="269" y="37758"/>
                    </a:cubicBezTo>
                    <a:cubicBezTo>
                      <a:pt x="-1019" y="35645"/>
                      <a:pt x="2551" y="28966"/>
                      <a:pt x="6213" y="25871"/>
                    </a:cubicBezTo>
                    <a:cubicBezTo>
                      <a:pt x="9875" y="22776"/>
                      <a:pt x="18333" y="22110"/>
                      <a:pt x="22240" y="19186"/>
                    </a:cubicBezTo>
                    <a:cubicBezTo>
                      <a:pt x="26147" y="16262"/>
                      <a:pt x="27037" y="11276"/>
                      <a:pt x="29656" y="8328"/>
                    </a:cubicBezTo>
                    <a:cubicBezTo>
                      <a:pt x="32275" y="5380"/>
                      <a:pt x="34864" y="2843"/>
                      <a:pt x="37954" y="1500"/>
                    </a:cubicBezTo>
                    <a:cubicBezTo>
                      <a:pt x="41044" y="157"/>
                      <a:pt x="46144" y="-366"/>
                      <a:pt x="48194" y="268"/>
                    </a:cubicBezTo>
                    <a:cubicBezTo>
                      <a:pt x="50244" y="902"/>
                      <a:pt x="49989" y="-496"/>
                      <a:pt x="50254" y="5306"/>
                    </a:cubicBezTo>
                    <a:cubicBezTo>
                      <a:pt x="50519" y="11108"/>
                      <a:pt x="50970" y="29596"/>
                      <a:pt x="49783" y="35081"/>
                    </a:cubicBezTo>
                    <a:cubicBezTo>
                      <a:pt x="48596" y="40566"/>
                      <a:pt x="49107" y="37637"/>
                      <a:pt x="43133" y="38215"/>
                    </a:cubicBezTo>
                    <a:close/>
                  </a:path>
                </a:pathLst>
              </a:custGeom>
              <a:solidFill>
                <a:schemeClr val="lt2"/>
              </a:solidFill>
              <a:ln>
                <a:noFill/>
              </a:ln>
            </p:spPr>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04" name="Shape 204"/>
        <p:cNvGrpSpPr/>
        <p:nvPr/>
      </p:nvGrpSpPr>
      <p:grpSpPr>
        <a:xfrm>
          <a:off x="0" y="0"/>
          <a:ext cx="0" cy="0"/>
          <a:chOff x="0" y="0"/>
          <a:chExt cx="0" cy="0"/>
        </a:xfrm>
      </p:grpSpPr>
      <p:sp>
        <p:nvSpPr>
          <p:cNvPr id="205" name="Google Shape;205;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6" name="Google Shape;206;p21"/>
          <p:cNvSpPr txBox="1"/>
          <p:nvPr>
            <p:ph idx="1" type="subTitle"/>
          </p:nvPr>
        </p:nvSpPr>
        <p:spPr>
          <a:xfrm>
            <a:off x="719875" y="1811513"/>
            <a:ext cx="23319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7" name="Google Shape;207;p21"/>
          <p:cNvSpPr txBox="1"/>
          <p:nvPr>
            <p:ph idx="2" type="subTitle"/>
          </p:nvPr>
        </p:nvSpPr>
        <p:spPr>
          <a:xfrm>
            <a:off x="3469500" y="1811513"/>
            <a:ext cx="23319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8" name="Google Shape;208;p21"/>
          <p:cNvSpPr txBox="1"/>
          <p:nvPr>
            <p:ph idx="3" type="subTitle"/>
          </p:nvPr>
        </p:nvSpPr>
        <p:spPr>
          <a:xfrm>
            <a:off x="6092225" y="1811513"/>
            <a:ext cx="23319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9" name="Google Shape;209;p21"/>
          <p:cNvSpPr txBox="1"/>
          <p:nvPr>
            <p:ph idx="4" type="subTitle"/>
          </p:nvPr>
        </p:nvSpPr>
        <p:spPr>
          <a:xfrm>
            <a:off x="719875" y="3512625"/>
            <a:ext cx="23319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0" name="Google Shape;210;p21"/>
          <p:cNvSpPr txBox="1"/>
          <p:nvPr>
            <p:ph idx="5" type="subTitle"/>
          </p:nvPr>
        </p:nvSpPr>
        <p:spPr>
          <a:xfrm>
            <a:off x="3469500" y="3512625"/>
            <a:ext cx="23319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1" name="Google Shape;211;p21"/>
          <p:cNvSpPr txBox="1"/>
          <p:nvPr>
            <p:ph idx="6" type="subTitle"/>
          </p:nvPr>
        </p:nvSpPr>
        <p:spPr>
          <a:xfrm>
            <a:off x="6092225" y="3512625"/>
            <a:ext cx="23319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2" name="Google Shape;212;p21"/>
          <p:cNvSpPr txBox="1"/>
          <p:nvPr>
            <p:ph idx="7" type="subTitle"/>
          </p:nvPr>
        </p:nvSpPr>
        <p:spPr>
          <a:xfrm>
            <a:off x="719992" y="1352875"/>
            <a:ext cx="23319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13" name="Google Shape;213;p21"/>
          <p:cNvSpPr txBox="1"/>
          <p:nvPr>
            <p:ph idx="8" type="subTitle"/>
          </p:nvPr>
        </p:nvSpPr>
        <p:spPr>
          <a:xfrm>
            <a:off x="3469500" y="1352875"/>
            <a:ext cx="23319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14" name="Google Shape;214;p21"/>
          <p:cNvSpPr txBox="1"/>
          <p:nvPr>
            <p:ph idx="9" type="subTitle"/>
          </p:nvPr>
        </p:nvSpPr>
        <p:spPr>
          <a:xfrm>
            <a:off x="6092225" y="1352875"/>
            <a:ext cx="23319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15" name="Google Shape;215;p21"/>
          <p:cNvSpPr txBox="1"/>
          <p:nvPr>
            <p:ph idx="13" type="subTitle"/>
          </p:nvPr>
        </p:nvSpPr>
        <p:spPr>
          <a:xfrm>
            <a:off x="719875" y="3049475"/>
            <a:ext cx="23319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16" name="Google Shape;216;p21"/>
          <p:cNvSpPr txBox="1"/>
          <p:nvPr>
            <p:ph idx="14" type="subTitle"/>
          </p:nvPr>
        </p:nvSpPr>
        <p:spPr>
          <a:xfrm>
            <a:off x="3469642" y="3049475"/>
            <a:ext cx="23319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17" name="Google Shape;217;p21"/>
          <p:cNvSpPr txBox="1"/>
          <p:nvPr>
            <p:ph idx="15" type="subTitle"/>
          </p:nvPr>
        </p:nvSpPr>
        <p:spPr>
          <a:xfrm>
            <a:off x="6092509" y="3049475"/>
            <a:ext cx="23313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b="1" sz="2200">
                <a:solidFill>
                  <a:schemeClr val="dk1"/>
                </a:solidFill>
                <a:latin typeface="Saira Condensed"/>
                <a:ea typeface="Saira Condensed"/>
                <a:cs typeface="Saira Condensed"/>
                <a:sym typeface="Saira Condensed"/>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grpSp>
        <p:nvGrpSpPr>
          <p:cNvPr id="218" name="Google Shape;218;p21"/>
          <p:cNvGrpSpPr/>
          <p:nvPr/>
        </p:nvGrpSpPr>
        <p:grpSpPr>
          <a:xfrm flipH="1">
            <a:off x="-369125" y="-188901"/>
            <a:ext cx="9669990" cy="5487343"/>
            <a:chOff x="-227680" y="-188901"/>
            <a:chExt cx="9669990" cy="5487343"/>
          </a:xfrm>
        </p:grpSpPr>
        <p:grpSp>
          <p:nvGrpSpPr>
            <p:cNvPr id="219" name="Google Shape;219;p21"/>
            <p:cNvGrpSpPr/>
            <p:nvPr/>
          </p:nvGrpSpPr>
          <p:grpSpPr>
            <a:xfrm>
              <a:off x="-227680" y="-188901"/>
              <a:ext cx="9669990" cy="5487343"/>
              <a:chOff x="-227680" y="-188901"/>
              <a:chExt cx="9669990" cy="5487343"/>
            </a:xfrm>
          </p:grpSpPr>
          <p:sp>
            <p:nvSpPr>
              <p:cNvPr id="220" name="Google Shape;220;p21"/>
              <p:cNvSpPr/>
              <p:nvPr/>
            </p:nvSpPr>
            <p:spPr>
              <a:xfrm>
                <a:off x="7819327" y="-188901"/>
                <a:ext cx="1622982" cy="1027042"/>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221" name="Google Shape;221;p21"/>
              <p:cNvSpPr/>
              <p:nvPr/>
            </p:nvSpPr>
            <p:spPr>
              <a:xfrm>
                <a:off x="-227680" y="3573853"/>
                <a:ext cx="1124404" cy="1724589"/>
              </a:xfrm>
              <a:custGeom>
                <a:rect b="b" l="l" r="r" t="t"/>
                <a:pathLst>
                  <a:path extrusionOk="0" h="79255" w="51673">
                    <a:moveTo>
                      <a:pt x="51661" y="74424"/>
                    </a:moveTo>
                    <a:cubicBezTo>
                      <a:pt x="51221" y="70511"/>
                      <a:pt x="36300" y="60849"/>
                      <a:pt x="31006" y="54737"/>
                    </a:cubicBezTo>
                    <a:cubicBezTo>
                      <a:pt x="25712" y="48625"/>
                      <a:pt x="22540" y="45638"/>
                      <a:pt x="19899" y="37750"/>
                    </a:cubicBezTo>
                    <a:cubicBezTo>
                      <a:pt x="17258" y="29862"/>
                      <a:pt x="17213" y="13652"/>
                      <a:pt x="15159" y="7410"/>
                    </a:cubicBezTo>
                    <a:cubicBezTo>
                      <a:pt x="13105" y="1168"/>
                      <a:pt x="9944" y="1010"/>
                      <a:pt x="7574" y="299"/>
                    </a:cubicBezTo>
                    <a:cubicBezTo>
                      <a:pt x="5204" y="-412"/>
                      <a:pt x="2043" y="0"/>
                      <a:pt x="937" y="3144"/>
                    </a:cubicBezTo>
                    <a:cubicBezTo>
                      <a:pt x="-169" y="6288"/>
                      <a:pt x="857" y="12320"/>
                      <a:pt x="937" y="19161"/>
                    </a:cubicBezTo>
                    <a:cubicBezTo>
                      <a:pt x="1017" y="26002"/>
                      <a:pt x="1497" y="36167"/>
                      <a:pt x="1418" y="44192"/>
                    </a:cubicBezTo>
                    <a:cubicBezTo>
                      <a:pt x="1339" y="52217"/>
                      <a:pt x="-958" y="61626"/>
                      <a:pt x="463" y="67313"/>
                    </a:cubicBezTo>
                    <a:cubicBezTo>
                      <a:pt x="1884" y="73001"/>
                      <a:pt x="4413" y="76500"/>
                      <a:pt x="9944" y="78317"/>
                    </a:cubicBezTo>
                    <a:cubicBezTo>
                      <a:pt x="15475" y="80134"/>
                      <a:pt x="26694" y="78865"/>
                      <a:pt x="33647" y="78216"/>
                    </a:cubicBezTo>
                    <a:cubicBezTo>
                      <a:pt x="40600" y="77567"/>
                      <a:pt x="52101" y="78337"/>
                      <a:pt x="51661" y="74424"/>
                    </a:cubicBezTo>
                    <a:close/>
                  </a:path>
                </a:pathLst>
              </a:custGeom>
              <a:solidFill>
                <a:schemeClr val="lt2"/>
              </a:solidFill>
              <a:ln>
                <a:noFill/>
              </a:ln>
            </p:spPr>
          </p:sp>
        </p:grpSp>
        <p:grpSp>
          <p:nvGrpSpPr>
            <p:cNvPr id="222" name="Google Shape;222;p21"/>
            <p:cNvGrpSpPr/>
            <p:nvPr/>
          </p:nvGrpSpPr>
          <p:grpSpPr>
            <a:xfrm>
              <a:off x="-140525" y="-83725"/>
              <a:ext cx="9376100" cy="5319650"/>
              <a:chOff x="-140525" y="-83725"/>
              <a:chExt cx="9376100" cy="5319650"/>
            </a:xfrm>
          </p:grpSpPr>
          <p:sp>
            <p:nvSpPr>
              <p:cNvPr id="223" name="Google Shape;223;p21"/>
              <p:cNvSpPr/>
              <p:nvPr/>
            </p:nvSpPr>
            <p:spPr>
              <a:xfrm>
                <a:off x="-140525" y="-83725"/>
                <a:ext cx="1295115" cy="1365671"/>
              </a:xfrm>
              <a:custGeom>
                <a:rect b="b" l="l" r="r" t="t"/>
                <a:pathLst>
                  <a:path extrusionOk="0" h="96005" w="91045">
                    <a:moveTo>
                      <a:pt x="83521" y="1692"/>
                    </a:moveTo>
                    <a:cubicBezTo>
                      <a:pt x="90676" y="3761"/>
                      <a:pt x="95234" y="8141"/>
                      <a:pt x="85371" y="12468"/>
                    </a:cubicBezTo>
                    <a:cubicBezTo>
                      <a:pt x="75508" y="16796"/>
                      <a:pt x="35185" y="17357"/>
                      <a:pt x="24342" y="27657"/>
                    </a:cubicBezTo>
                    <a:cubicBezTo>
                      <a:pt x="13499" y="37957"/>
                      <a:pt x="21695" y="63747"/>
                      <a:pt x="20313" y="74267"/>
                    </a:cubicBezTo>
                    <a:cubicBezTo>
                      <a:pt x="18931" y="84787"/>
                      <a:pt x="18176" y="87162"/>
                      <a:pt x="16049" y="90778"/>
                    </a:cubicBezTo>
                    <a:cubicBezTo>
                      <a:pt x="13922" y="94395"/>
                      <a:pt x="9752" y="96307"/>
                      <a:pt x="7552" y="95966"/>
                    </a:cubicBezTo>
                    <a:cubicBezTo>
                      <a:pt x="5352" y="95625"/>
                      <a:pt x="3747" y="97051"/>
                      <a:pt x="2851" y="88733"/>
                    </a:cubicBezTo>
                    <a:cubicBezTo>
                      <a:pt x="1956" y="80415"/>
                      <a:pt x="2515" y="59802"/>
                      <a:pt x="2179" y="46059"/>
                    </a:cubicBezTo>
                    <a:cubicBezTo>
                      <a:pt x="1843" y="32317"/>
                      <a:pt x="-1531" y="13793"/>
                      <a:pt x="836" y="6278"/>
                    </a:cubicBezTo>
                    <a:cubicBezTo>
                      <a:pt x="3203" y="-1237"/>
                      <a:pt x="9446" y="2006"/>
                      <a:pt x="16380" y="969"/>
                    </a:cubicBezTo>
                    <a:cubicBezTo>
                      <a:pt x="23314" y="-68"/>
                      <a:pt x="31251" y="-66"/>
                      <a:pt x="42441" y="54"/>
                    </a:cubicBezTo>
                    <a:cubicBezTo>
                      <a:pt x="53631" y="175"/>
                      <a:pt x="76366" y="-377"/>
                      <a:pt x="83521" y="1692"/>
                    </a:cubicBezTo>
                    <a:close/>
                  </a:path>
                </a:pathLst>
              </a:custGeom>
              <a:solidFill>
                <a:schemeClr val="lt2"/>
              </a:solidFill>
              <a:ln>
                <a:noFill/>
              </a:ln>
            </p:spPr>
          </p:sp>
          <p:sp>
            <p:nvSpPr>
              <p:cNvPr id="224" name="Google Shape;224;p21"/>
              <p:cNvSpPr/>
              <p:nvPr/>
            </p:nvSpPr>
            <p:spPr>
              <a:xfrm rot="10800000">
                <a:off x="8161257" y="4265867"/>
                <a:ext cx="1074318" cy="970058"/>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25" name="Shape 225"/>
        <p:cNvGrpSpPr/>
        <p:nvPr/>
      </p:nvGrpSpPr>
      <p:grpSpPr>
        <a:xfrm>
          <a:off x="0" y="0"/>
          <a:ext cx="0" cy="0"/>
          <a:chOff x="0" y="0"/>
          <a:chExt cx="0" cy="0"/>
        </a:xfrm>
      </p:grpSpPr>
      <p:sp>
        <p:nvSpPr>
          <p:cNvPr id="226" name="Google Shape;226;p22"/>
          <p:cNvSpPr txBox="1"/>
          <p:nvPr>
            <p:ph hasCustomPrompt="1" type="title"/>
          </p:nvPr>
        </p:nvSpPr>
        <p:spPr>
          <a:xfrm>
            <a:off x="1805400" y="537500"/>
            <a:ext cx="55332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800">
                <a:solidFill>
                  <a:schemeClr val="accen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27" name="Google Shape;227;p22"/>
          <p:cNvSpPr txBox="1"/>
          <p:nvPr>
            <p:ph idx="1" type="subTitle"/>
          </p:nvPr>
        </p:nvSpPr>
        <p:spPr>
          <a:xfrm>
            <a:off x="1805400" y="1415400"/>
            <a:ext cx="55332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8" name="Google Shape;228;p22"/>
          <p:cNvSpPr txBox="1"/>
          <p:nvPr>
            <p:ph hasCustomPrompt="1" idx="2" type="title"/>
          </p:nvPr>
        </p:nvSpPr>
        <p:spPr>
          <a:xfrm>
            <a:off x="1805400" y="1910200"/>
            <a:ext cx="55332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800">
                <a:solidFill>
                  <a:schemeClr val="accen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29" name="Google Shape;229;p22"/>
          <p:cNvSpPr txBox="1"/>
          <p:nvPr>
            <p:ph idx="3" type="subTitle"/>
          </p:nvPr>
        </p:nvSpPr>
        <p:spPr>
          <a:xfrm>
            <a:off x="1805400" y="2788100"/>
            <a:ext cx="55332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0" name="Google Shape;230;p22"/>
          <p:cNvSpPr txBox="1"/>
          <p:nvPr>
            <p:ph hasCustomPrompt="1" idx="4" type="title"/>
          </p:nvPr>
        </p:nvSpPr>
        <p:spPr>
          <a:xfrm>
            <a:off x="1805400" y="3319837"/>
            <a:ext cx="5533200" cy="791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800">
                <a:solidFill>
                  <a:schemeClr val="accen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31" name="Google Shape;231;p22"/>
          <p:cNvSpPr txBox="1"/>
          <p:nvPr>
            <p:ph idx="5" type="subTitle"/>
          </p:nvPr>
        </p:nvSpPr>
        <p:spPr>
          <a:xfrm>
            <a:off x="1805400" y="4160800"/>
            <a:ext cx="55332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232" name="Google Shape;232;p22"/>
          <p:cNvGrpSpPr/>
          <p:nvPr/>
        </p:nvGrpSpPr>
        <p:grpSpPr>
          <a:xfrm flipH="1">
            <a:off x="-233761" y="-245950"/>
            <a:ext cx="9616189" cy="5584754"/>
            <a:chOff x="-231618" y="-245950"/>
            <a:chExt cx="9616189" cy="5584754"/>
          </a:xfrm>
        </p:grpSpPr>
        <p:grpSp>
          <p:nvGrpSpPr>
            <p:cNvPr id="233" name="Google Shape;233;p22"/>
            <p:cNvGrpSpPr/>
            <p:nvPr/>
          </p:nvGrpSpPr>
          <p:grpSpPr>
            <a:xfrm flipH="1">
              <a:off x="-149599" y="-169704"/>
              <a:ext cx="9534170" cy="5451955"/>
              <a:chOff x="-269359" y="-169704"/>
              <a:chExt cx="9534170" cy="5451955"/>
            </a:xfrm>
          </p:grpSpPr>
          <p:sp>
            <p:nvSpPr>
              <p:cNvPr id="234" name="Google Shape;234;p22"/>
              <p:cNvSpPr/>
              <p:nvPr/>
            </p:nvSpPr>
            <p:spPr>
              <a:xfrm rot="-5400000">
                <a:off x="7493105" y="675844"/>
                <a:ext cx="2617255" cy="926158"/>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235" name="Google Shape;235;p22"/>
              <p:cNvSpPr/>
              <p:nvPr/>
            </p:nvSpPr>
            <p:spPr>
              <a:xfrm>
                <a:off x="-269359" y="4453976"/>
                <a:ext cx="2208515" cy="828275"/>
              </a:xfrm>
              <a:custGeom>
                <a:rect b="b" l="l" r="r" t="t"/>
                <a:pathLst>
                  <a:path extrusionOk="0" h="30558" w="81480">
                    <a:moveTo>
                      <a:pt x="7841" y="4059"/>
                    </a:moveTo>
                    <a:cubicBezTo>
                      <a:pt x="11758" y="1403"/>
                      <a:pt x="18357" y="-970"/>
                      <a:pt x="23843" y="401"/>
                    </a:cubicBezTo>
                    <a:cubicBezTo>
                      <a:pt x="29329" y="1773"/>
                      <a:pt x="34756" y="10154"/>
                      <a:pt x="40759" y="12288"/>
                    </a:cubicBezTo>
                    <a:cubicBezTo>
                      <a:pt x="46762" y="14422"/>
                      <a:pt x="54528" y="12441"/>
                      <a:pt x="59862" y="13203"/>
                    </a:cubicBezTo>
                    <a:cubicBezTo>
                      <a:pt x="65196" y="13965"/>
                      <a:pt x="69181" y="14537"/>
                      <a:pt x="72763" y="16860"/>
                    </a:cubicBezTo>
                    <a:cubicBezTo>
                      <a:pt x="76346" y="19183"/>
                      <a:pt x="82419" y="24967"/>
                      <a:pt x="81357" y="27143"/>
                    </a:cubicBezTo>
                    <a:cubicBezTo>
                      <a:pt x="80296" y="29319"/>
                      <a:pt x="78566" y="29572"/>
                      <a:pt x="66394" y="29918"/>
                    </a:cubicBezTo>
                    <a:cubicBezTo>
                      <a:pt x="54223" y="30265"/>
                      <a:pt x="19336" y="31486"/>
                      <a:pt x="8328" y="29222"/>
                    </a:cubicBezTo>
                    <a:cubicBezTo>
                      <a:pt x="-2680" y="26959"/>
                      <a:pt x="425" y="20531"/>
                      <a:pt x="344" y="16337"/>
                    </a:cubicBezTo>
                    <a:cubicBezTo>
                      <a:pt x="263" y="12143"/>
                      <a:pt x="3925" y="6715"/>
                      <a:pt x="7841" y="4059"/>
                    </a:cubicBezTo>
                    <a:close/>
                  </a:path>
                </a:pathLst>
              </a:custGeom>
              <a:solidFill>
                <a:schemeClr val="lt2"/>
              </a:solidFill>
              <a:ln>
                <a:noFill/>
              </a:ln>
            </p:spPr>
          </p:sp>
        </p:grpSp>
        <p:grpSp>
          <p:nvGrpSpPr>
            <p:cNvPr id="236" name="Google Shape;236;p22"/>
            <p:cNvGrpSpPr/>
            <p:nvPr/>
          </p:nvGrpSpPr>
          <p:grpSpPr>
            <a:xfrm>
              <a:off x="-231618" y="-245950"/>
              <a:ext cx="9614070" cy="5584754"/>
              <a:chOff x="-231618" y="-245950"/>
              <a:chExt cx="9614070" cy="5584754"/>
            </a:xfrm>
          </p:grpSpPr>
          <p:sp>
            <p:nvSpPr>
              <p:cNvPr id="237" name="Google Shape;237;p22"/>
              <p:cNvSpPr/>
              <p:nvPr/>
            </p:nvSpPr>
            <p:spPr>
              <a:xfrm>
                <a:off x="7178161" y="-245950"/>
                <a:ext cx="2204291" cy="1813370"/>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238" name="Google Shape;238;p22"/>
              <p:cNvSpPr/>
              <p:nvPr/>
            </p:nvSpPr>
            <p:spPr>
              <a:xfrm>
                <a:off x="-231618" y="4104679"/>
                <a:ext cx="2138575" cy="1234125"/>
              </a:xfrm>
              <a:custGeom>
                <a:rect b="b" l="l" r="r" t="t"/>
                <a:pathLst>
                  <a:path extrusionOk="0" h="49365" w="85543">
                    <a:moveTo>
                      <a:pt x="14527" y="1050"/>
                    </a:moveTo>
                    <a:cubicBezTo>
                      <a:pt x="19590" y="3359"/>
                      <a:pt x="26825" y="15499"/>
                      <a:pt x="32393" y="20126"/>
                    </a:cubicBezTo>
                    <a:cubicBezTo>
                      <a:pt x="37962" y="24753"/>
                      <a:pt x="42396" y="26433"/>
                      <a:pt x="47938" y="28813"/>
                    </a:cubicBezTo>
                    <a:cubicBezTo>
                      <a:pt x="53480" y="31193"/>
                      <a:pt x="60173" y="32949"/>
                      <a:pt x="65643" y="34406"/>
                    </a:cubicBezTo>
                    <a:cubicBezTo>
                      <a:pt x="71113" y="35863"/>
                      <a:pt x="77447" y="35986"/>
                      <a:pt x="80758" y="37556"/>
                    </a:cubicBezTo>
                    <a:cubicBezTo>
                      <a:pt x="84069" y="39127"/>
                      <a:pt x="85819" y="42205"/>
                      <a:pt x="85507" y="43829"/>
                    </a:cubicBezTo>
                    <a:cubicBezTo>
                      <a:pt x="85195" y="45453"/>
                      <a:pt x="86501" y="46640"/>
                      <a:pt x="78886" y="47301"/>
                    </a:cubicBezTo>
                    <a:cubicBezTo>
                      <a:pt x="71271" y="47962"/>
                      <a:pt x="52400" y="47549"/>
                      <a:pt x="39819" y="47797"/>
                    </a:cubicBezTo>
                    <a:cubicBezTo>
                      <a:pt x="27238" y="48045"/>
                      <a:pt x="9801" y="50441"/>
                      <a:pt x="3400" y="48788"/>
                    </a:cubicBezTo>
                    <a:cubicBezTo>
                      <a:pt x="-3001" y="47135"/>
                      <a:pt x="1644" y="44964"/>
                      <a:pt x="1413" y="37878"/>
                    </a:cubicBezTo>
                    <a:cubicBezTo>
                      <a:pt x="1182" y="30792"/>
                      <a:pt x="-173" y="12412"/>
                      <a:pt x="2013" y="6274"/>
                    </a:cubicBezTo>
                    <a:cubicBezTo>
                      <a:pt x="4199" y="136"/>
                      <a:pt x="9464" y="-1259"/>
                      <a:pt x="14527" y="1050"/>
                    </a:cubicBezTo>
                    <a:close/>
                  </a:path>
                </a:pathLst>
              </a:custGeom>
              <a:solidFill>
                <a:schemeClr val="lt2"/>
              </a:solidFill>
              <a:ln>
                <a:noFill/>
              </a:ln>
            </p:spPr>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39" name="Shape 239"/>
        <p:cNvGrpSpPr/>
        <p:nvPr/>
      </p:nvGrpSpPr>
      <p:grpSpPr>
        <a:xfrm>
          <a:off x="0" y="0"/>
          <a:ext cx="0" cy="0"/>
          <a:chOff x="0" y="0"/>
          <a:chExt cx="0" cy="0"/>
        </a:xfrm>
      </p:grpSpPr>
      <p:sp>
        <p:nvSpPr>
          <p:cNvPr id="240" name="Google Shape;240;p23"/>
          <p:cNvSpPr txBox="1"/>
          <p:nvPr>
            <p:ph type="ctrTitle"/>
          </p:nvPr>
        </p:nvSpPr>
        <p:spPr>
          <a:xfrm>
            <a:off x="4572000" y="809020"/>
            <a:ext cx="3831000" cy="1020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7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41" name="Google Shape;241;p23"/>
          <p:cNvSpPr txBox="1"/>
          <p:nvPr>
            <p:ph idx="1" type="subTitle"/>
          </p:nvPr>
        </p:nvSpPr>
        <p:spPr>
          <a:xfrm>
            <a:off x="4572000" y="1683762"/>
            <a:ext cx="3831000" cy="113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42" name="Google Shape;242;p23"/>
          <p:cNvSpPr txBox="1"/>
          <p:nvPr/>
        </p:nvSpPr>
        <p:spPr>
          <a:xfrm>
            <a:off x="4572000" y="3501796"/>
            <a:ext cx="3831000" cy="595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n" sz="1000">
                <a:solidFill>
                  <a:schemeClr val="dk2"/>
                </a:solidFill>
                <a:latin typeface="Actor"/>
                <a:ea typeface="Actor"/>
                <a:cs typeface="Actor"/>
                <a:sym typeface="Actor"/>
              </a:rPr>
              <a:t>CREDITS: This presentation template was created by </a:t>
            </a:r>
            <a:r>
              <a:rPr b="1" lang="en" sz="1000" u="sng">
                <a:solidFill>
                  <a:schemeClr val="dk2"/>
                </a:solidFill>
                <a:latin typeface="Actor"/>
                <a:ea typeface="Actor"/>
                <a:cs typeface="Actor"/>
                <a:sym typeface="Actor"/>
                <a:hlinkClick r:id="rId2">
                  <a:extLst>
                    <a:ext uri="{A12FA001-AC4F-418D-AE19-62706E023703}">
                      <ahyp:hlinkClr val="tx"/>
                    </a:ext>
                  </a:extLst>
                </a:hlinkClick>
              </a:rPr>
              <a:t>Slidesgo</a:t>
            </a:r>
            <a:r>
              <a:rPr lang="en" sz="1000" u="sng">
                <a:solidFill>
                  <a:schemeClr val="dk2"/>
                </a:solidFill>
                <a:latin typeface="Actor"/>
                <a:ea typeface="Actor"/>
                <a:cs typeface="Actor"/>
                <a:sym typeface="Actor"/>
              </a:rPr>
              <a:t>,</a:t>
            </a:r>
            <a:r>
              <a:rPr lang="en" sz="1000">
                <a:solidFill>
                  <a:schemeClr val="dk2"/>
                </a:solidFill>
                <a:latin typeface="Actor"/>
                <a:ea typeface="Actor"/>
                <a:cs typeface="Actor"/>
                <a:sym typeface="Actor"/>
              </a:rPr>
              <a:t> and includes icons by </a:t>
            </a:r>
            <a:r>
              <a:rPr b="1" lang="en" sz="1000" u="sng">
                <a:solidFill>
                  <a:schemeClr val="dk2"/>
                </a:solidFill>
                <a:latin typeface="Actor"/>
                <a:ea typeface="Actor"/>
                <a:cs typeface="Actor"/>
                <a:sym typeface="Actor"/>
                <a:hlinkClick r:id="rId3">
                  <a:extLst>
                    <a:ext uri="{A12FA001-AC4F-418D-AE19-62706E023703}">
                      <ahyp:hlinkClr val="tx"/>
                    </a:ext>
                  </a:extLst>
                </a:hlinkClick>
              </a:rPr>
              <a:t>Flaticon</a:t>
            </a:r>
            <a:r>
              <a:rPr lang="en" sz="1000">
                <a:solidFill>
                  <a:schemeClr val="dk2"/>
                </a:solidFill>
                <a:latin typeface="Actor"/>
                <a:ea typeface="Actor"/>
                <a:cs typeface="Actor"/>
                <a:sym typeface="Actor"/>
              </a:rPr>
              <a:t>, and infographics &amp; images by </a:t>
            </a:r>
            <a:r>
              <a:rPr b="1" lang="en" sz="1000" u="sng">
                <a:solidFill>
                  <a:schemeClr val="dk2"/>
                </a:solidFill>
                <a:latin typeface="Actor"/>
                <a:ea typeface="Actor"/>
                <a:cs typeface="Actor"/>
                <a:sym typeface="Actor"/>
                <a:hlinkClick r:id="rId4">
                  <a:extLst>
                    <a:ext uri="{A12FA001-AC4F-418D-AE19-62706E023703}">
                      <ahyp:hlinkClr val="tx"/>
                    </a:ext>
                  </a:extLst>
                </a:hlinkClick>
              </a:rPr>
              <a:t>Freepik</a:t>
            </a:r>
            <a:endParaRPr b="1" sz="1000" u="sng">
              <a:solidFill>
                <a:schemeClr val="dk2"/>
              </a:solidFill>
              <a:latin typeface="Actor"/>
              <a:ea typeface="Actor"/>
              <a:cs typeface="Actor"/>
              <a:sym typeface="Actor"/>
            </a:endParaRPr>
          </a:p>
        </p:txBody>
      </p:sp>
      <p:grpSp>
        <p:nvGrpSpPr>
          <p:cNvPr id="243" name="Google Shape;243;p23"/>
          <p:cNvGrpSpPr/>
          <p:nvPr/>
        </p:nvGrpSpPr>
        <p:grpSpPr>
          <a:xfrm>
            <a:off x="-233750" y="-169705"/>
            <a:ext cx="9677790" cy="5511808"/>
            <a:chOff x="-233750" y="-169705"/>
            <a:chExt cx="9677790" cy="5511808"/>
          </a:xfrm>
        </p:grpSpPr>
        <p:grpSp>
          <p:nvGrpSpPr>
            <p:cNvPr id="244" name="Google Shape;244;p23"/>
            <p:cNvGrpSpPr/>
            <p:nvPr/>
          </p:nvGrpSpPr>
          <p:grpSpPr>
            <a:xfrm>
              <a:off x="-135300" y="-145575"/>
              <a:ext cx="9579340" cy="5487679"/>
              <a:chOff x="-136725" y="-129875"/>
              <a:chExt cx="9579340" cy="5487679"/>
            </a:xfrm>
          </p:grpSpPr>
          <p:sp>
            <p:nvSpPr>
              <p:cNvPr id="245" name="Google Shape;245;p23"/>
              <p:cNvSpPr/>
              <p:nvPr/>
            </p:nvSpPr>
            <p:spPr>
              <a:xfrm>
                <a:off x="6535525" y="4762552"/>
                <a:ext cx="2907090" cy="595252"/>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246" name="Google Shape;246;p23"/>
              <p:cNvSpPr/>
              <p:nvPr/>
            </p:nvSpPr>
            <p:spPr>
              <a:xfrm>
                <a:off x="-136725" y="-129875"/>
                <a:ext cx="1875535" cy="802108"/>
              </a:xfrm>
              <a:custGeom>
                <a:rect b="b" l="l" r="r" t="t"/>
                <a:pathLst>
                  <a:path extrusionOk="0" h="88047" w="185467">
                    <a:moveTo>
                      <a:pt x="32068" y="1332"/>
                    </a:moveTo>
                    <a:cubicBezTo>
                      <a:pt x="57849" y="20"/>
                      <a:pt x="132525" y="-488"/>
                      <a:pt x="158052" y="570"/>
                    </a:cubicBezTo>
                    <a:cubicBezTo>
                      <a:pt x="183579" y="1628"/>
                      <a:pt x="183494" y="2644"/>
                      <a:pt x="185230" y="7682"/>
                    </a:cubicBezTo>
                    <a:cubicBezTo>
                      <a:pt x="186966" y="12720"/>
                      <a:pt x="178965" y="24658"/>
                      <a:pt x="168466" y="30796"/>
                    </a:cubicBezTo>
                    <a:cubicBezTo>
                      <a:pt x="157967" y="36934"/>
                      <a:pt x="135277" y="38120"/>
                      <a:pt x="122238" y="44512"/>
                    </a:cubicBezTo>
                    <a:cubicBezTo>
                      <a:pt x="109199" y="50904"/>
                      <a:pt x="101537" y="62461"/>
                      <a:pt x="90234" y="69150"/>
                    </a:cubicBezTo>
                    <a:cubicBezTo>
                      <a:pt x="78931" y="75839"/>
                      <a:pt x="67755" y="81596"/>
                      <a:pt x="54420" y="84644"/>
                    </a:cubicBezTo>
                    <a:cubicBezTo>
                      <a:pt x="41085" y="87692"/>
                      <a:pt x="19072" y="88877"/>
                      <a:pt x="10224" y="87438"/>
                    </a:cubicBezTo>
                    <a:cubicBezTo>
                      <a:pt x="1376" y="85999"/>
                      <a:pt x="2477" y="89174"/>
                      <a:pt x="1334" y="76008"/>
                    </a:cubicBezTo>
                    <a:cubicBezTo>
                      <a:pt x="191" y="62842"/>
                      <a:pt x="-1756" y="20890"/>
                      <a:pt x="3366" y="8444"/>
                    </a:cubicBezTo>
                    <a:cubicBezTo>
                      <a:pt x="8488" y="-4002"/>
                      <a:pt x="6287" y="2644"/>
                      <a:pt x="32068" y="1332"/>
                    </a:cubicBezTo>
                    <a:close/>
                  </a:path>
                </a:pathLst>
              </a:custGeom>
              <a:solidFill>
                <a:schemeClr val="lt2"/>
              </a:solidFill>
              <a:ln>
                <a:noFill/>
              </a:ln>
            </p:spPr>
          </p:sp>
        </p:grpSp>
        <p:grpSp>
          <p:nvGrpSpPr>
            <p:cNvPr id="247" name="Google Shape;247;p23"/>
            <p:cNvGrpSpPr/>
            <p:nvPr/>
          </p:nvGrpSpPr>
          <p:grpSpPr>
            <a:xfrm>
              <a:off x="-233750" y="-169705"/>
              <a:ext cx="9534117" cy="5451925"/>
              <a:chOff x="-269348" y="-169705"/>
              <a:chExt cx="9534117" cy="5451925"/>
            </a:xfrm>
          </p:grpSpPr>
          <p:sp>
            <p:nvSpPr>
              <p:cNvPr id="248" name="Google Shape;248;p23"/>
              <p:cNvSpPr/>
              <p:nvPr/>
            </p:nvSpPr>
            <p:spPr>
              <a:xfrm rot="-5400000">
                <a:off x="7625408" y="808189"/>
                <a:ext cx="2617255" cy="661468"/>
              </a:xfrm>
              <a:custGeom>
                <a:rect b="b" l="l" r="r" t="t"/>
                <a:pathLst>
                  <a:path extrusionOk="0" h="69155" w="205557">
                    <a:moveTo>
                      <a:pt x="848" y="61526"/>
                    </a:moveTo>
                    <a:cubicBezTo>
                      <a:pt x="5122" y="52779"/>
                      <a:pt x="39989" y="26059"/>
                      <a:pt x="56972" y="16663"/>
                    </a:cubicBezTo>
                    <a:cubicBezTo>
                      <a:pt x="73955" y="7267"/>
                      <a:pt x="88351" y="5040"/>
                      <a:pt x="102746" y="5151"/>
                    </a:cubicBezTo>
                    <a:cubicBezTo>
                      <a:pt x="117141" y="5262"/>
                      <a:pt x="132081" y="16060"/>
                      <a:pt x="143342" y="17330"/>
                    </a:cubicBezTo>
                    <a:cubicBezTo>
                      <a:pt x="154603" y="18600"/>
                      <a:pt x="162810" y="15478"/>
                      <a:pt x="170310" y="12771"/>
                    </a:cubicBezTo>
                    <a:cubicBezTo>
                      <a:pt x="177810" y="10064"/>
                      <a:pt x="183568" y="2867"/>
                      <a:pt x="188344" y="1087"/>
                    </a:cubicBezTo>
                    <a:cubicBezTo>
                      <a:pt x="193120" y="-693"/>
                      <a:pt x="196816" y="-236"/>
                      <a:pt x="198968" y="2090"/>
                    </a:cubicBezTo>
                    <a:cubicBezTo>
                      <a:pt x="201120" y="4416"/>
                      <a:pt x="201000" y="5011"/>
                      <a:pt x="201254" y="15044"/>
                    </a:cubicBezTo>
                    <a:cubicBezTo>
                      <a:pt x="201508" y="25077"/>
                      <a:pt x="211287" y="54287"/>
                      <a:pt x="200492" y="62288"/>
                    </a:cubicBezTo>
                    <a:cubicBezTo>
                      <a:pt x="189697" y="70289"/>
                      <a:pt x="164678" y="61907"/>
                      <a:pt x="136484" y="63050"/>
                    </a:cubicBezTo>
                    <a:cubicBezTo>
                      <a:pt x="108290" y="64193"/>
                      <a:pt x="53934" y="69400"/>
                      <a:pt x="31328" y="69146"/>
                    </a:cubicBezTo>
                    <a:cubicBezTo>
                      <a:pt x="8722" y="68892"/>
                      <a:pt x="-3426" y="70273"/>
                      <a:pt x="848" y="61526"/>
                    </a:cubicBezTo>
                    <a:close/>
                  </a:path>
                </a:pathLst>
              </a:custGeom>
              <a:solidFill>
                <a:schemeClr val="lt2"/>
              </a:solidFill>
              <a:ln>
                <a:noFill/>
              </a:ln>
            </p:spPr>
          </p:sp>
          <p:sp>
            <p:nvSpPr>
              <p:cNvPr id="249" name="Google Shape;249;p23"/>
              <p:cNvSpPr/>
              <p:nvPr/>
            </p:nvSpPr>
            <p:spPr>
              <a:xfrm>
                <a:off x="-269348" y="4385649"/>
                <a:ext cx="1654655" cy="896572"/>
              </a:xfrm>
              <a:custGeom>
                <a:rect b="b" l="l" r="r" t="t"/>
                <a:pathLst>
                  <a:path extrusionOk="0" h="30558" w="81480">
                    <a:moveTo>
                      <a:pt x="7841" y="4059"/>
                    </a:moveTo>
                    <a:cubicBezTo>
                      <a:pt x="11758" y="1403"/>
                      <a:pt x="18357" y="-970"/>
                      <a:pt x="23843" y="401"/>
                    </a:cubicBezTo>
                    <a:cubicBezTo>
                      <a:pt x="29329" y="1773"/>
                      <a:pt x="34756" y="10154"/>
                      <a:pt x="40759" y="12288"/>
                    </a:cubicBezTo>
                    <a:cubicBezTo>
                      <a:pt x="46762" y="14422"/>
                      <a:pt x="54528" y="12441"/>
                      <a:pt x="59862" y="13203"/>
                    </a:cubicBezTo>
                    <a:cubicBezTo>
                      <a:pt x="65196" y="13965"/>
                      <a:pt x="69181" y="14537"/>
                      <a:pt x="72763" y="16860"/>
                    </a:cubicBezTo>
                    <a:cubicBezTo>
                      <a:pt x="76346" y="19183"/>
                      <a:pt x="82419" y="24967"/>
                      <a:pt x="81357" y="27143"/>
                    </a:cubicBezTo>
                    <a:cubicBezTo>
                      <a:pt x="80296" y="29319"/>
                      <a:pt x="78566" y="29572"/>
                      <a:pt x="66394" y="29918"/>
                    </a:cubicBezTo>
                    <a:cubicBezTo>
                      <a:pt x="54223" y="30265"/>
                      <a:pt x="19336" y="31486"/>
                      <a:pt x="8328" y="29222"/>
                    </a:cubicBezTo>
                    <a:cubicBezTo>
                      <a:pt x="-2680" y="26959"/>
                      <a:pt x="425" y="20531"/>
                      <a:pt x="344" y="16337"/>
                    </a:cubicBezTo>
                    <a:cubicBezTo>
                      <a:pt x="263" y="12143"/>
                      <a:pt x="3925" y="6715"/>
                      <a:pt x="7841" y="4059"/>
                    </a:cubicBezTo>
                    <a:close/>
                  </a:path>
                </a:pathLst>
              </a:custGeom>
              <a:solidFill>
                <a:schemeClr val="lt2"/>
              </a:solidFill>
              <a:ln>
                <a:noFill/>
              </a:ln>
            </p:spPr>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50" name="Shape 250"/>
        <p:cNvGrpSpPr/>
        <p:nvPr/>
      </p:nvGrpSpPr>
      <p:grpSpPr>
        <a:xfrm>
          <a:off x="0" y="0"/>
          <a:ext cx="0" cy="0"/>
          <a:chOff x="0" y="0"/>
          <a:chExt cx="0" cy="0"/>
        </a:xfrm>
      </p:grpSpPr>
      <p:grpSp>
        <p:nvGrpSpPr>
          <p:cNvPr id="251" name="Google Shape;251;p24"/>
          <p:cNvGrpSpPr/>
          <p:nvPr/>
        </p:nvGrpSpPr>
        <p:grpSpPr>
          <a:xfrm flipH="1" rot="10800000">
            <a:off x="-264950" y="-510450"/>
            <a:ext cx="9673892" cy="5808595"/>
            <a:chOff x="-231625" y="-145575"/>
            <a:chExt cx="9673892" cy="5808595"/>
          </a:xfrm>
        </p:grpSpPr>
        <p:grpSp>
          <p:nvGrpSpPr>
            <p:cNvPr id="252" name="Google Shape;252;p24"/>
            <p:cNvGrpSpPr/>
            <p:nvPr/>
          </p:nvGrpSpPr>
          <p:grpSpPr>
            <a:xfrm>
              <a:off x="-231625" y="-112700"/>
              <a:ext cx="9673892" cy="5368515"/>
              <a:chOff x="-231625" y="-112700"/>
              <a:chExt cx="9673892" cy="5368515"/>
            </a:xfrm>
          </p:grpSpPr>
          <p:sp>
            <p:nvSpPr>
              <p:cNvPr id="253" name="Google Shape;253;p24"/>
              <p:cNvSpPr/>
              <p:nvPr/>
            </p:nvSpPr>
            <p:spPr>
              <a:xfrm>
                <a:off x="8189528" y="-112700"/>
                <a:ext cx="1252740" cy="1445018"/>
              </a:xfrm>
              <a:custGeom>
                <a:rect b="b" l="l" r="r" t="t"/>
                <a:pathLst>
                  <a:path extrusionOk="0" h="49377" w="78028">
                    <a:moveTo>
                      <a:pt x="5895" y="1265"/>
                    </a:moveTo>
                    <a:cubicBezTo>
                      <a:pt x="-3530" y="3878"/>
                      <a:pt x="-228" y="12938"/>
                      <a:pt x="5895" y="17013"/>
                    </a:cubicBezTo>
                    <a:cubicBezTo>
                      <a:pt x="12018" y="21088"/>
                      <a:pt x="34334" y="21103"/>
                      <a:pt x="42631" y="25717"/>
                    </a:cubicBezTo>
                    <a:cubicBezTo>
                      <a:pt x="50928" y="30331"/>
                      <a:pt x="51430" y="40816"/>
                      <a:pt x="55679" y="44699"/>
                    </a:cubicBezTo>
                    <a:cubicBezTo>
                      <a:pt x="59928" y="48582"/>
                      <a:pt x="64458" y="50149"/>
                      <a:pt x="68125" y="49017"/>
                    </a:cubicBezTo>
                    <a:cubicBezTo>
                      <a:pt x="71792" y="47885"/>
                      <a:pt x="76598" y="45348"/>
                      <a:pt x="77683" y="37909"/>
                    </a:cubicBezTo>
                    <a:cubicBezTo>
                      <a:pt x="78768" y="30470"/>
                      <a:pt x="77175" y="10477"/>
                      <a:pt x="74635" y="4381"/>
                    </a:cubicBezTo>
                    <a:cubicBezTo>
                      <a:pt x="72095" y="-1715"/>
                      <a:pt x="73900" y="1852"/>
                      <a:pt x="62443" y="1333"/>
                    </a:cubicBezTo>
                    <a:cubicBezTo>
                      <a:pt x="50986" y="814"/>
                      <a:pt x="15320" y="-1348"/>
                      <a:pt x="5895" y="1265"/>
                    </a:cubicBezTo>
                    <a:close/>
                  </a:path>
                </a:pathLst>
              </a:custGeom>
              <a:solidFill>
                <a:schemeClr val="lt2"/>
              </a:solidFill>
              <a:ln>
                <a:noFill/>
              </a:ln>
            </p:spPr>
          </p:sp>
          <p:sp>
            <p:nvSpPr>
              <p:cNvPr id="254" name="Google Shape;254;p24"/>
              <p:cNvSpPr/>
              <p:nvPr/>
            </p:nvSpPr>
            <p:spPr>
              <a:xfrm>
                <a:off x="-231625" y="4532100"/>
                <a:ext cx="2269866" cy="723715"/>
              </a:xfrm>
              <a:custGeom>
                <a:rect b="b" l="l" r="r" t="t"/>
                <a:pathLst>
                  <a:path extrusionOk="0" h="48941" w="125234">
                    <a:moveTo>
                      <a:pt x="21268" y="1140"/>
                    </a:moveTo>
                    <a:cubicBezTo>
                      <a:pt x="27579" y="3654"/>
                      <a:pt x="34204" y="16263"/>
                      <a:pt x="40815" y="21391"/>
                    </a:cubicBezTo>
                    <a:cubicBezTo>
                      <a:pt x="47426" y="26519"/>
                      <a:pt x="51636" y="31374"/>
                      <a:pt x="60932" y="31907"/>
                    </a:cubicBezTo>
                    <a:cubicBezTo>
                      <a:pt x="70229" y="32441"/>
                      <a:pt x="87450" y="24821"/>
                      <a:pt x="96594" y="24592"/>
                    </a:cubicBezTo>
                    <a:cubicBezTo>
                      <a:pt x="105738" y="24363"/>
                      <a:pt x="111030" y="27390"/>
                      <a:pt x="115796" y="30535"/>
                    </a:cubicBezTo>
                    <a:cubicBezTo>
                      <a:pt x="120562" y="33680"/>
                      <a:pt x="125241" y="40737"/>
                      <a:pt x="125191" y="43464"/>
                    </a:cubicBezTo>
                    <a:cubicBezTo>
                      <a:pt x="125141" y="46191"/>
                      <a:pt x="126645" y="46245"/>
                      <a:pt x="115496" y="46899"/>
                    </a:cubicBezTo>
                    <a:cubicBezTo>
                      <a:pt x="104347" y="47553"/>
                      <a:pt x="76718" y="47145"/>
                      <a:pt x="58298" y="47390"/>
                    </a:cubicBezTo>
                    <a:cubicBezTo>
                      <a:pt x="39878" y="47635"/>
                      <a:pt x="14350" y="50006"/>
                      <a:pt x="4978" y="48370"/>
                    </a:cubicBezTo>
                    <a:cubicBezTo>
                      <a:pt x="-4393" y="46735"/>
                      <a:pt x="2408" y="44587"/>
                      <a:pt x="2069" y="37577"/>
                    </a:cubicBezTo>
                    <a:cubicBezTo>
                      <a:pt x="1731" y="30567"/>
                      <a:pt x="-253" y="12382"/>
                      <a:pt x="2947" y="6309"/>
                    </a:cubicBezTo>
                    <a:cubicBezTo>
                      <a:pt x="6147" y="236"/>
                      <a:pt x="14957" y="-1374"/>
                      <a:pt x="21268" y="1140"/>
                    </a:cubicBezTo>
                    <a:close/>
                  </a:path>
                </a:pathLst>
              </a:custGeom>
              <a:solidFill>
                <a:schemeClr val="lt2"/>
              </a:solidFill>
              <a:ln>
                <a:noFill/>
              </a:ln>
            </p:spPr>
          </p:sp>
        </p:grpSp>
        <p:grpSp>
          <p:nvGrpSpPr>
            <p:cNvPr id="255" name="Google Shape;255;p24"/>
            <p:cNvGrpSpPr/>
            <p:nvPr/>
          </p:nvGrpSpPr>
          <p:grpSpPr>
            <a:xfrm>
              <a:off x="-136225" y="-145575"/>
              <a:ext cx="9435596" cy="5808595"/>
              <a:chOff x="-137650" y="-129875"/>
              <a:chExt cx="9435596" cy="5808595"/>
            </a:xfrm>
          </p:grpSpPr>
          <p:sp>
            <p:nvSpPr>
              <p:cNvPr id="256" name="Google Shape;256;p24"/>
              <p:cNvSpPr/>
              <p:nvPr/>
            </p:nvSpPr>
            <p:spPr>
              <a:xfrm>
                <a:off x="8733246" y="3162220"/>
                <a:ext cx="564700" cy="2516500"/>
              </a:xfrm>
              <a:custGeom>
                <a:rect b="b" l="l" r="r" t="t"/>
                <a:pathLst>
                  <a:path extrusionOk="0" h="100660" w="22588">
                    <a:moveTo>
                      <a:pt x="20008" y="100399"/>
                    </a:moveTo>
                    <a:cubicBezTo>
                      <a:pt x="16648" y="98906"/>
                      <a:pt x="5484" y="85478"/>
                      <a:pt x="2371" y="77977"/>
                    </a:cubicBezTo>
                    <a:cubicBezTo>
                      <a:pt x="-742" y="70476"/>
                      <a:pt x="832" y="62144"/>
                      <a:pt x="1331" y="55391"/>
                    </a:cubicBezTo>
                    <a:cubicBezTo>
                      <a:pt x="1830" y="48638"/>
                      <a:pt x="4945" y="42434"/>
                      <a:pt x="5366" y="37460"/>
                    </a:cubicBezTo>
                    <a:cubicBezTo>
                      <a:pt x="5787" y="32486"/>
                      <a:pt x="4750" y="29461"/>
                      <a:pt x="3856" y="25548"/>
                    </a:cubicBezTo>
                    <a:cubicBezTo>
                      <a:pt x="2962" y="21635"/>
                      <a:pt x="-67" y="17488"/>
                      <a:pt x="1" y="13980"/>
                    </a:cubicBezTo>
                    <a:cubicBezTo>
                      <a:pt x="70" y="10472"/>
                      <a:pt x="1423" y="6790"/>
                      <a:pt x="4267" y="4499"/>
                    </a:cubicBezTo>
                    <a:cubicBezTo>
                      <a:pt x="7111" y="2208"/>
                      <a:pt x="14223" y="-874"/>
                      <a:pt x="17067" y="232"/>
                    </a:cubicBezTo>
                    <a:cubicBezTo>
                      <a:pt x="19912" y="1338"/>
                      <a:pt x="20760" y="4427"/>
                      <a:pt x="21334" y="11136"/>
                    </a:cubicBezTo>
                    <a:cubicBezTo>
                      <a:pt x="21908" y="17846"/>
                      <a:pt x="20313" y="27856"/>
                      <a:pt x="20513" y="40489"/>
                    </a:cubicBezTo>
                    <a:cubicBezTo>
                      <a:pt x="20713" y="53122"/>
                      <a:pt x="22617" y="76951"/>
                      <a:pt x="22533" y="86936"/>
                    </a:cubicBezTo>
                    <a:cubicBezTo>
                      <a:pt x="22449" y="96921"/>
                      <a:pt x="23368" y="101892"/>
                      <a:pt x="20008" y="100399"/>
                    </a:cubicBezTo>
                    <a:close/>
                  </a:path>
                </a:pathLst>
              </a:custGeom>
              <a:solidFill>
                <a:schemeClr val="lt2"/>
              </a:solidFill>
              <a:ln>
                <a:noFill/>
              </a:ln>
            </p:spPr>
          </p:sp>
          <p:sp>
            <p:nvSpPr>
              <p:cNvPr id="257" name="Google Shape;257;p24"/>
              <p:cNvSpPr/>
              <p:nvPr/>
            </p:nvSpPr>
            <p:spPr>
              <a:xfrm>
                <a:off x="-137650" y="-129875"/>
                <a:ext cx="1756567" cy="655697"/>
              </a:xfrm>
              <a:custGeom>
                <a:rect b="b" l="l" r="r" t="t"/>
                <a:pathLst>
                  <a:path extrusionOk="0" h="54347" w="145592">
                    <a:moveTo>
                      <a:pt x="25204" y="673"/>
                    </a:moveTo>
                    <a:cubicBezTo>
                      <a:pt x="45437" y="10"/>
                      <a:pt x="104042" y="-247"/>
                      <a:pt x="124076" y="288"/>
                    </a:cubicBezTo>
                    <a:cubicBezTo>
                      <a:pt x="144110" y="823"/>
                      <a:pt x="144044" y="1336"/>
                      <a:pt x="145406" y="3881"/>
                    </a:cubicBezTo>
                    <a:cubicBezTo>
                      <a:pt x="146768" y="6426"/>
                      <a:pt x="140489" y="12457"/>
                      <a:pt x="132249" y="15558"/>
                    </a:cubicBezTo>
                    <a:cubicBezTo>
                      <a:pt x="124010" y="18659"/>
                      <a:pt x="107348" y="20008"/>
                      <a:pt x="95969" y="22487"/>
                    </a:cubicBezTo>
                    <a:cubicBezTo>
                      <a:pt x="84590" y="24966"/>
                      <a:pt x="73879" y="25985"/>
                      <a:pt x="63974" y="30434"/>
                    </a:cubicBezTo>
                    <a:cubicBezTo>
                      <a:pt x="54070" y="34883"/>
                      <a:pt x="45762" y="45293"/>
                      <a:pt x="36542" y="49179"/>
                    </a:cubicBezTo>
                    <a:cubicBezTo>
                      <a:pt x="27322" y="53065"/>
                      <a:pt x="14563" y="55548"/>
                      <a:pt x="8653" y="53751"/>
                    </a:cubicBezTo>
                    <a:cubicBezTo>
                      <a:pt x="2743" y="51954"/>
                      <a:pt x="2080" y="46647"/>
                      <a:pt x="1084" y="38399"/>
                    </a:cubicBezTo>
                    <a:cubicBezTo>
                      <a:pt x="88" y="30152"/>
                      <a:pt x="-1341" y="10554"/>
                      <a:pt x="2679" y="4266"/>
                    </a:cubicBezTo>
                    <a:cubicBezTo>
                      <a:pt x="6699" y="-2022"/>
                      <a:pt x="4971" y="1336"/>
                      <a:pt x="25204" y="673"/>
                    </a:cubicBezTo>
                    <a:close/>
                  </a:path>
                </a:pathLst>
              </a:custGeom>
              <a:solidFill>
                <a:schemeClr val="lt2"/>
              </a:solidFill>
              <a:ln>
                <a:noFill/>
              </a:ln>
            </p:spPr>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58" name="Shape 258"/>
        <p:cNvGrpSpPr/>
        <p:nvPr/>
      </p:nvGrpSpPr>
      <p:grpSpPr>
        <a:xfrm>
          <a:off x="0" y="0"/>
          <a:ext cx="0" cy="0"/>
          <a:chOff x="0" y="0"/>
          <a:chExt cx="0" cy="0"/>
        </a:xfrm>
      </p:grpSpPr>
      <p:grpSp>
        <p:nvGrpSpPr>
          <p:cNvPr id="259" name="Google Shape;259;p25"/>
          <p:cNvGrpSpPr/>
          <p:nvPr/>
        </p:nvGrpSpPr>
        <p:grpSpPr>
          <a:xfrm rot="10800000">
            <a:off x="-107646" y="-130900"/>
            <a:ext cx="9412777" cy="5440157"/>
            <a:chOff x="-107646" y="-123516"/>
            <a:chExt cx="9412777" cy="5440157"/>
          </a:xfrm>
        </p:grpSpPr>
        <p:grpSp>
          <p:nvGrpSpPr>
            <p:cNvPr id="260" name="Google Shape;260;p25"/>
            <p:cNvGrpSpPr/>
            <p:nvPr/>
          </p:nvGrpSpPr>
          <p:grpSpPr>
            <a:xfrm>
              <a:off x="-81592" y="-123516"/>
              <a:ext cx="9386723" cy="5440157"/>
              <a:chOff x="-81592" y="-123516"/>
              <a:chExt cx="9386723" cy="5440157"/>
            </a:xfrm>
          </p:grpSpPr>
          <p:sp>
            <p:nvSpPr>
              <p:cNvPr id="261" name="Google Shape;261;p25"/>
              <p:cNvSpPr/>
              <p:nvPr/>
            </p:nvSpPr>
            <p:spPr>
              <a:xfrm>
                <a:off x="7843906" y="-123516"/>
                <a:ext cx="1461225" cy="933825"/>
              </a:xfrm>
              <a:custGeom>
                <a:rect b="b" l="l" r="r" t="t"/>
                <a:pathLst>
                  <a:path extrusionOk="0" h="37353" w="58449">
                    <a:moveTo>
                      <a:pt x="4454" y="1379"/>
                    </a:moveTo>
                    <a:cubicBezTo>
                      <a:pt x="-2676" y="4311"/>
                      <a:pt x="-37" y="15549"/>
                      <a:pt x="4002" y="19023"/>
                    </a:cubicBezTo>
                    <a:cubicBezTo>
                      <a:pt x="8041" y="22497"/>
                      <a:pt x="22404" y="19745"/>
                      <a:pt x="28690" y="22223"/>
                    </a:cubicBezTo>
                    <a:cubicBezTo>
                      <a:pt x="34976" y="24701"/>
                      <a:pt x="37995" y="31409"/>
                      <a:pt x="41719" y="33892"/>
                    </a:cubicBezTo>
                    <a:cubicBezTo>
                      <a:pt x="45443" y="36376"/>
                      <a:pt x="48291" y="37971"/>
                      <a:pt x="51036" y="37124"/>
                    </a:cubicBezTo>
                    <a:cubicBezTo>
                      <a:pt x="53781" y="36277"/>
                      <a:pt x="57378" y="34378"/>
                      <a:pt x="58190" y="28809"/>
                    </a:cubicBezTo>
                    <a:cubicBezTo>
                      <a:pt x="59002" y="23240"/>
                      <a:pt x="57810" y="8274"/>
                      <a:pt x="55909" y="3711"/>
                    </a:cubicBezTo>
                    <a:cubicBezTo>
                      <a:pt x="54008" y="-852"/>
                      <a:pt x="55359" y="1819"/>
                      <a:pt x="46783" y="1430"/>
                    </a:cubicBezTo>
                    <a:cubicBezTo>
                      <a:pt x="38207" y="1041"/>
                      <a:pt x="11584" y="-1553"/>
                      <a:pt x="4454" y="1379"/>
                    </a:cubicBezTo>
                    <a:close/>
                  </a:path>
                </a:pathLst>
              </a:custGeom>
              <a:solidFill>
                <a:schemeClr val="lt2"/>
              </a:solidFill>
              <a:ln>
                <a:noFill/>
              </a:ln>
            </p:spPr>
          </p:sp>
          <p:sp>
            <p:nvSpPr>
              <p:cNvPr id="262" name="Google Shape;262;p25"/>
              <p:cNvSpPr/>
              <p:nvPr/>
            </p:nvSpPr>
            <p:spPr>
              <a:xfrm>
                <a:off x="-81592" y="3573867"/>
                <a:ext cx="1130775" cy="1742775"/>
              </a:xfrm>
              <a:custGeom>
                <a:rect b="b" l="l" r="r" t="t"/>
                <a:pathLst>
                  <a:path extrusionOk="0" h="69711" w="45231">
                    <a:moveTo>
                      <a:pt x="45219" y="64778"/>
                    </a:moveTo>
                    <a:cubicBezTo>
                      <a:pt x="44836" y="61372"/>
                      <a:pt x="31848" y="52963"/>
                      <a:pt x="27240" y="47643"/>
                    </a:cubicBezTo>
                    <a:cubicBezTo>
                      <a:pt x="22632" y="42323"/>
                      <a:pt x="19872" y="39723"/>
                      <a:pt x="17573" y="32857"/>
                    </a:cubicBezTo>
                    <a:cubicBezTo>
                      <a:pt x="15274" y="25991"/>
                      <a:pt x="15235" y="11882"/>
                      <a:pt x="13447" y="6449"/>
                    </a:cubicBezTo>
                    <a:cubicBezTo>
                      <a:pt x="11659" y="1016"/>
                      <a:pt x="8908" y="879"/>
                      <a:pt x="6845" y="260"/>
                    </a:cubicBezTo>
                    <a:cubicBezTo>
                      <a:pt x="4782" y="-359"/>
                      <a:pt x="2031" y="0"/>
                      <a:pt x="1068" y="2736"/>
                    </a:cubicBezTo>
                    <a:cubicBezTo>
                      <a:pt x="105" y="5472"/>
                      <a:pt x="998" y="10722"/>
                      <a:pt x="1068" y="16677"/>
                    </a:cubicBezTo>
                    <a:cubicBezTo>
                      <a:pt x="1138" y="22632"/>
                      <a:pt x="1556" y="31479"/>
                      <a:pt x="1487" y="38464"/>
                    </a:cubicBezTo>
                    <a:cubicBezTo>
                      <a:pt x="1418" y="45449"/>
                      <a:pt x="436" y="53484"/>
                      <a:pt x="656" y="58589"/>
                    </a:cubicBezTo>
                    <a:cubicBezTo>
                      <a:pt x="877" y="63694"/>
                      <a:pt x="-2004" y="67513"/>
                      <a:pt x="2810" y="69095"/>
                    </a:cubicBezTo>
                    <a:cubicBezTo>
                      <a:pt x="7624" y="70677"/>
                      <a:pt x="22471" y="68799"/>
                      <a:pt x="29539" y="68079"/>
                    </a:cubicBezTo>
                    <a:cubicBezTo>
                      <a:pt x="36607" y="67360"/>
                      <a:pt x="45602" y="68184"/>
                      <a:pt x="45219" y="64778"/>
                    </a:cubicBezTo>
                    <a:close/>
                  </a:path>
                </a:pathLst>
              </a:custGeom>
              <a:solidFill>
                <a:schemeClr val="lt2"/>
              </a:solidFill>
              <a:ln>
                <a:noFill/>
              </a:ln>
            </p:spPr>
          </p:sp>
        </p:grpSp>
        <p:grpSp>
          <p:nvGrpSpPr>
            <p:cNvPr id="263" name="Google Shape;263;p25"/>
            <p:cNvGrpSpPr/>
            <p:nvPr/>
          </p:nvGrpSpPr>
          <p:grpSpPr>
            <a:xfrm>
              <a:off x="-107646" y="-20725"/>
              <a:ext cx="9343209" cy="5259937"/>
              <a:chOff x="-107646" y="-20725"/>
              <a:chExt cx="9343209" cy="5259937"/>
            </a:xfrm>
          </p:grpSpPr>
          <p:sp>
            <p:nvSpPr>
              <p:cNvPr id="264" name="Google Shape;264;p25"/>
              <p:cNvSpPr/>
              <p:nvPr/>
            </p:nvSpPr>
            <p:spPr>
              <a:xfrm>
                <a:off x="-107646" y="-20725"/>
                <a:ext cx="1189150" cy="1371625"/>
              </a:xfrm>
              <a:custGeom>
                <a:rect b="b" l="l" r="r" t="t"/>
                <a:pathLst>
                  <a:path extrusionOk="0" h="54865" w="47566">
                    <a:moveTo>
                      <a:pt x="47523" y="1187"/>
                    </a:moveTo>
                    <a:cubicBezTo>
                      <a:pt x="48474" y="3173"/>
                      <a:pt x="33401" y="7672"/>
                      <a:pt x="29856" y="12169"/>
                    </a:cubicBezTo>
                    <a:cubicBezTo>
                      <a:pt x="26311" y="16666"/>
                      <a:pt x="28989" y="23675"/>
                      <a:pt x="26255" y="28171"/>
                    </a:cubicBezTo>
                    <a:cubicBezTo>
                      <a:pt x="23521" y="32667"/>
                      <a:pt x="16308" y="35192"/>
                      <a:pt x="13454" y="39143"/>
                    </a:cubicBezTo>
                    <a:cubicBezTo>
                      <a:pt x="10600" y="43094"/>
                      <a:pt x="10658" y="49263"/>
                      <a:pt x="9132" y="51877"/>
                    </a:cubicBezTo>
                    <a:cubicBezTo>
                      <a:pt x="7606" y="54491"/>
                      <a:pt x="5549" y="55023"/>
                      <a:pt x="4297" y="54829"/>
                    </a:cubicBezTo>
                    <a:cubicBezTo>
                      <a:pt x="3045" y="54635"/>
                      <a:pt x="2132" y="55446"/>
                      <a:pt x="1622" y="50713"/>
                    </a:cubicBezTo>
                    <a:cubicBezTo>
                      <a:pt x="1113" y="45980"/>
                      <a:pt x="1431" y="34251"/>
                      <a:pt x="1240" y="26432"/>
                    </a:cubicBezTo>
                    <a:cubicBezTo>
                      <a:pt x="1049" y="18613"/>
                      <a:pt x="-871" y="8073"/>
                      <a:pt x="476" y="3797"/>
                    </a:cubicBezTo>
                    <a:cubicBezTo>
                      <a:pt x="1823" y="-479"/>
                      <a:pt x="5375" y="1366"/>
                      <a:pt x="9320" y="776"/>
                    </a:cubicBezTo>
                    <a:cubicBezTo>
                      <a:pt x="13266" y="186"/>
                      <a:pt x="17782" y="187"/>
                      <a:pt x="24149" y="255"/>
                    </a:cubicBezTo>
                    <a:cubicBezTo>
                      <a:pt x="30516" y="324"/>
                      <a:pt x="46572" y="-799"/>
                      <a:pt x="47523" y="1187"/>
                    </a:cubicBezTo>
                    <a:close/>
                  </a:path>
                </a:pathLst>
              </a:custGeom>
              <a:solidFill>
                <a:schemeClr val="lt2"/>
              </a:solidFill>
              <a:ln>
                <a:noFill/>
              </a:ln>
            </p:spPr>
          </p:sp>
          <p:sp>
            <p:nvSpPr>
              <p:cNvPr id="265" name="Google Shape;265;p25"/>
              <p:cNvSpPr/>
              <p:nvPr/>
            </p:nvSpPr>
            <p:spPr>
              <a:xfrm>
                <a:off x="7971512" y="4265863"/>
                <a:ext cx="1264050" cy="973350"/>
              </a:xfrm>
              <a:custGeom>
                <a:rect b="b" l="l" r="r" t="t"/>
                <a:pathLst>
                  <a:path extrusionOk="0" h="38934" w="50562">
                    <a:moveTo>
                      <a:pt x="43133" y="38215"/>
                    </a:moveTo>
                    <a:cubicBezTo>
                      <a:pt x="37160" y="38793"/>
                      <a:pt x="21086" y="38627"/>
                      <a:pt x="13942" y="38551"/>
                    </a:cubicBezTo>
                    <a:cubicBezTo>
                      <a:pt x="6798" y="38475"/>
                      <a:pt x="1557" y="39871"/>
                      <a:pt x="269" y="37758"/>
                    </a:cubicBezTo>
                    <a:cubicBezTo>
                      <a:pt x="-1019" y="35645"/>
                      <a:pt x="2551" y="28966"/>
                      <a:pt x="6213" y="25871"/>
                    </a:cubicBezTo>
                    <a:cubicBezTo>
                      <a:pt x="9875" y="22776"/>
                      <a:pt x="18333" y="22110"/>
                      <a:pt x="22240" y="19186"/>
                    </a:cubicBezTo>
                    <a:cubicBezTo>
                      <a:pt x="26147" y="16262"/>
                      <a:pt x="27037" y="11276"/>
                      <a:pt x="29656" y="8328"/>
                    </a:cubicBezTo>
                    <a:cubicBezTo>
                      <a:pt x="32275" y="5380"/>
                      <a:pt x="34864" y="2843"/>
                      <a:pt x="37954" y="1500"/>
                    </a:cubicBezTo>
                    <a:cubicBezTo>
                      <a:pt x="41044" y="157"/>
                      <a:pt x="46144" y="-366"/>
                      <a:pt x="48194" y="268"/>
                    </a:cubicBezTo>
                    <a:cubicBezTo>
                      <a:pt x="50244" y="902"/>
                      <a:pt x="49989" y="-496"/>
                      <a:pt x="50254" y="5306"/>
                    </a:cubicBezTo>
                    <a:cubicBezTo>
                      <a:pt x="50519" y="11108"/>
                      <a:pt x="50970" y="29596"/>
                      <a:pt x="49783" y="35081"/>
                    </a:cubicBezTo>
                    <a:cubicBezTo>
                      <a:pt x="48596" y="40566"/>
                      <a:pt x="49107" y="37637"/>
                      <a:pt x="43133" y="38215"/>
                    </a:cubicBezTo>
                    <a:close/>
                  </a:path>
                </a:pathLst>
              </a:custGeom>
              <a:solidFill>
                <a:schemeClr val="lt2"/>
              </a:solidFill>
              <a:ln>
                <a:noFill/>
              </a:ln>
            </p:spPr>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1pPr>
            <a:lvl2pPr lvl="1"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2pPr>
            <a:lvl3pPr lvl="2"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3pPr>
            <a:lvl4pPr lvl="3"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4pPr>
            <a:lvl5pPr lvl="4"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5pPr>
            <a:lvl6pPr lvl="5"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6pPr>
            <a:lvl7pPr lvl="6"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7pPr>
            <a:lvl8pPr lvl="7"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8pPr>
            <a:lvl9pPr lvl="8" rtl="0">
              <a:spcBef>
                <a:spcPts val="0"/>
              </a:spcBef>
              <a:spcAft>
                <a:spcPts val="0"/>
              </a:spcAft>
              <a:buClr>
                <a:schemeClr val="dk1"/>
              </a:buClr>
              <a:buSzPts val="3500"/>
              <a:buFont typeface="Saira Condensed"/>
              <a:buNone/>
              <a:defRPr b="1" sz="3500">
                <a:solidFill>
                  <a:schemeClr val="dk1"/>
                </a:solidFill>
                <a:latin typeface="Saira Condensed"/>
                <a:ea typeface="Saira Condensed"/>
                <a:cs typeface="Saira Condensed"/>
                <a:sym typeface="Saira Condensed"/>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1pPr>
            <a:lvl2pPr indent="-304800" lvl="1" marL="9144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2pPr>
            <a:lvl3pPr indent="-304800" lvl="2" marL="13716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3pPr>
            <a:lvl4pPr indent="-304800" lvl="3" marL="18288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4pPr>
            <a:lvl5pPr indent="-304800" lvl="4" marL="22860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5pPr>
            <a:lvl6pPr indent="-304800" lvl="5" marL="27432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6pPr>
            <a:lvl7pPr indent="-304800" lvl="6" marL="32004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7pPr>
            <a:lvl8pPr indent="-304800" lvl="7" marL="36576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8pPr>
            <a:lvl9pPr indent="-304800" lvl="8" marL="4114800">
              <a:lnSpc>
                <a:spcPct val="100000"/>
              </a:lnSpc>
              <a:spcBef>
                <a:spcPts val="0"/>
              </a:spcBef>
              <a:spcAft>
                <a:spcPts val="0"/>
              </a:spcAft>
              <a:buClr>
                <a:schemeClr val="dk2"/>
              </a:buClr>
              <a:buSzPts val="1200"/>
              <a:buFont typeface="Actor"/>
              <a:buChar char="■"/>
              <a:defRPr sz="1200">
                <a:solidFill>
                  <a:schemeClr val="dk2"/>
                </a:solidFill>
                <a:latin typeface="Actor"/>
                <a:ea typeface="Actor"/>
                <a:cs typeface="Actor"/>
                <a:sym typeface="Acto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6"/>
          <p:cNvSpPr txBox="1"/>
          <p:nvPr>
            <p:ph type="ctrTitle"/>
          </p:nvPr>
        </p:nvSpPr>
        <p:spPr>
          <a:xfrm>
            <a:off x="1329300" y="1561500"/>
            <a:ext cx="6485400" cy="1621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500"/>
              <a:t>Exploratory Data Analysis (EDA) -  Bank Dataset</a:t>
            </a:r>
            <a:endParaRPr sz="4500">
              <a:solidFill>
                <a:schemeClr val="dk2"/>
              </a:solidFill>
            </a:endParaRPr>
          </a:p>
        </p:txBody>
      </p:sp>
      <p:sp>
        <p:nvSpPr>
          <p:cNvPr id="271" name="Google Shape;271;p26"/>
          <p:cNvSpPr txBox="1"/>
          <p:nvPr>
            <p:ph idx="1" type="subTitle"/>
          </p:nvPr>
        </p:nvSpPr>
        <p:spPr>
          <a:xfrm>
            <a:off x="1329300" y="3667300"/>
            <a:ext cx="3189000" cy="111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400">
                <a:solidFill>
                  <a:srgbClr val="241160"/>
                </a:solidFill>
                <a:latin typeface="Cairo"/>
                <a:ea typeface="Cairo"/>
                <a:cs typeface="Cairo"/>
                <a:sym typeface="Cairo"/>
              </a:rPr>
              <a:t>Prepared by : </a:t>
            </a:r>
            <a:endParaRPr b="1" sz="1400">
              <a:solidFill>
                <a:srgbClr val="241160"/>
              </a:solidFill>
              <a:latin typeface="Cairo"/>
              <a:ea typeface="Cairo"/>
              <a:cs typeface="Cairo"/>
              <a:sym typeface="Cairo"/>
            </a:endParaRPr>
          </a:p>
          <a:p>
            <a:pPr indent="0" lvl="0" marL="0" rtl="0" algn="ctr">
              <a:spcBef>
                <a:spcPts val="0"/>
              </a:spcBef>
              <a:spcAft>
                <a:spcPts val="0"/>
              </a:spcAft>
              <a:buNone/>
            </a:pPr>
            <a:r>
              <a:t/>
            </a:r>
            <a:endParaRPr b="1" sz="1400">
              <a:solidFill>
                <a:srgbClr val="241160"/>
              </a:solidFill>
              <a:latin typeface="Cairo"/>
              <a:ea typeface="Cairo"/>
              <a:cs typeface="Cairo"/>
              <a:sym typeface="Cairo"/>
            </a:endParaRPr>
          </a:p>
          <a:p>
            <a:pPr indent="0" lvl="0" marL="0" rtl="0" algn="ctr">
              <a:spcBef>
                <a:spcPts val="0"/>
              </a:spcBef>
              <a:spcAft>
                <a:spcPts val="0"/>
              </a:spcAft>
              <a:buNone/>
            </a:pPr>
            <a:r>
              <a:rPr lang="en" sz="1400">
                <a:solidFill>
                  <a:srgbClr val="241160"/>
                </a:solidFill>
                <a:latin typeface="Cairo"/>
                <a:ea typeface="Cairo"/>
                <a:cs typeface="Cairo"/>
                <a:sym typeface="Cairo"/>
              </a:rPr>
              <a:t>Shurouq Abuewaili                               </a:t>
            </a:r>
            <a:endParaRPr sz="1400">
              <a:solidFill>
                <a:srgbClr val="241160"/>
              </a:solidFill>
              <a:latin typeface="Cairo"/>
              <a:ea typeface="Cairo"/>
              <a:cs typeface="Cairo"/>
              <a:sym typeface="Cairo"/>
            </a:endParaRPr>
          </a:p>
          <a:p>
            <a:pPr indent="0" lvl="0" marL="0" rtl="0" algn="ctr">
              <a:spcBef>
                <a:spcPts val="0"/>
              </a:spcBef>
              <a:spcAft>
                <a:spcPts val="0"/>
              </a:spcAft>
              <a:buNone/>
            </a:pPr>
            <a:r>
              <a:rPr lang="en" sz="1400">
                <a:solidFill>
                  <a:srgbClr val="241160"/>
                </a:solidFill>
                <a:latin typeface="Cairo"/>
                <a:ea typeface="Cairo"/>
                <a:cs typeface="Cairo"/>
                <a:sym typeface="Cairo"/>
              </a:rPr>
              <a:t>Mona AlRozzi                               </a:t>
            </a:r>
            <a:endParaRPr sz="1400">
              <a:solidFill>
                <a:srgbClr val="241160"/>
              </a:solidFill>
              <a:latin typeface="Cairo"/>
              <a:ea typeface="Cairo"/>
              <a:cs typeface="Cairo"/>
              <a:sym typeface="Cairo"/>
            </a:endParaRPr>
          </a:p>
          <a:p>
            <a:pPr indent="0" lvl="0" marL="0" rtl="0" algn="ctr">
              <a:spcBef>
                <a:spcPts val="0"/>
              </a:spcBef>
              <a:spcAft>
                <a:spcPts val="0"/>
              </a:spcAft>
              <a:buNone/>
            </a:pPr>
            <a:r>
              <a:rPr lang="en" sz="1400">
                <a:solidFill>
                  <a:srgbClr val="241160"/>
                </a:solidFill>
                <a:latin typeface="Cairo"/>
                <a:ea typeface="Cairo"/>
                <a:cs typeface="Cairo"/>
                <a:sym typeface="Cairo"/>
              </a:rPr>
              <a:t>Mahmoud Nweija</a:t>
            </a:r>
            <a:endParaRPr sz="1400">
              <a:solidFill>
                <a:srgbClr val="241160"/>
              </a:solidFill>
              <a:latin typeface="Cairo"/>
              <a:ea typeface="Cairo"/>
              <a:cs typeface="Cairo"/>
              <a:sym typeface="Cairo"/>
            </a:endParaRPr>
          </a:p>
          <a:p>
            <a:pPr indent="0" lvl="0" marL="0" rtl="0" algn="ctr">
              <a:spcBef>
                <a:spcPts val="0"/>
              </a:spcBef>
              <a:spcAft>
                <a:spcPts val="0"/>
              </a:spcAft>
              <a:buNone/>
            </a:pPr>
            <a:r>
              <a:t/>
            </a:r>
            <a:endParaRPr sz="1400"/>
          </a:p>
        </p:txBody>
      </p:sp>
      <p:pic>
        <p:nvPicPr>
          <p:cNvPr id="272" name="Google Shape;272;p26"/>
          <p:cNvPicPr preferRelativeResize="0"/>
          <p:nvPr/>
        </p:nvPicPr>
        <p:blipFill>
          <a:blip r:embed="rId3">
            <a:alphaModFix/>
          </a:blip>
          <a:stretch>
            <a:fillRect/>
          </a:stretch>
        </p:blipFill>
        <p:spPr>
          <a:xfrm>
            <a:off x="437150" y="105450"/>
            <a:ext cx="2886250" cy="1236425"/>
          </a:xfrm>
          <a:prstGeom prst="rect">
            <a:avLst/>
          </a:prstGeom>
          <a:noFill/>
          <a:ln>
            <a:noFill/>
          </a:ln>
        </p:spPr>
      </p:pic>
      <p:sp>
        <p:nvSpPr>
          <p:cNvPr id="273" name="Google Shape;273;p26"/>
          <p:cNvSpPr txBox="1"/>
          <p:nvPr/>
        </p:nvSpPr>
        <p:spPr>
          <a:xfrm>
            <a:off x="4971675" y="297950"/>
            <a:ext cx="3457200" cy="5328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1200"/>
              </a:spcBef>
              <a:spcAft>
                <a:spcPts val="0"/>
              </a:spcAft>
              <a:buNone/>
            </a:pPr>
            <a:r>
              <a:rPr b="1" lang="en" sz="1000">
                <a:solidFill>
                  <a:schemeClr val="dk2"/>
                </a:solidFill>
                <a:latin typeface="Actor"/>
                <a:ea typeface="Actor"/>
                <a:cs typeface="Actor"/>
                <a:sym typeface="Actor"/>
              </a:rPr>
              <a:t>Statistical Learning &amp; Data Analysis</a:t>
            </a:r>
            <a:endParaRPr b="1" sz="1000">
              <a:solidFill>
                <a:schemeClr val="dk2"/>
              </a:solidFill>
              <a:latin typeface="Actor"/>
              <a:ea typeface="Actor"/>
              <a:cs typeface="Actor"/>
              <a:sym typeface="Actor"/>
            </a:endParaRPr>
          </a:p>
          <a:p>
            <a:pPr indent="0" lvl="0" marL="0" rtl="0" algn="r">
              <a:lnSpc>
                <a:spcPct val="100000"/>
              </a:lnSpc>
              <a:spcBef>
                <a:spcPts val="1200"/>
              </a:spcBef>
              <a:spcAft>
                <a:spcPts val="0"/>
              </a:spcAft>
              <a:buNone/>
            </a:pPr>
            <a:r>
              <a:rPr b="1" lang="en" sz="1000">
                <a:solidFill>
                  <a:schemeClr val="dk2"/>
                </a:solidFill>
                <a:latin typeface="Actor"/>
                <a:ea typeface="Actor"/>
                <a:cs typeface="Actor"/>
                <a:sym typeface="Actor"/>
              </a:rPr>
              <a:t>Master in Data Science</a:t>
            </a:r>
            <a:endParaRPr b="1" sz="1000">
              <a:solidFill>
                <a:schemeClr val="dk2"/>
              </a:solidFill>
              <a:latin typeface="Actor"/>
              <a:ea typeface="Actor"/>
              <a:cs typeface="Actor"/>
              <a:sym typeface="Actor"/>
            </a:endParaRPr>
          </a:p>
          <a:p>
            <a:pPr indent="0" lvl="0" marL="0" rtl="0" algn="r">
              <a:lnSpc>
                <a:spcPct val="100000"/>
              </a:lnSpc>
              <a:spcBef>
                <a:spcPts val="1200"/>
              </a:spcBef>
              <a:spcAft>
                <a:spcPts val="0"/>
              </a:spcAft>
              <a:buNone/>
            </a:pPr>
            <a:r>
              <a:rPr b="1" lang="en" sz="1000">
                <a:solidFill>
                  <a:schemeClr val="dk2"/>
                </a:solidFill>
                <a:latin typeface="Actor"/>
                <a:ea typeface="Actor"/>
                <a:cs typeface="Actor"/>
                <a:sym typeface="Actor"/>
              </a:rPr>
              <a:t>Department of Engineering</a:t>
            </a:r>
            <a:endParaRPr b="1" sz="1000">
              <a:solidFill>
                <a:schemeClr val="dk2"/>
              </a:solidFill>
              <a:latin typeface="Actor"/>
              <a:ea typeface="Actor"/>
              <a:cs typeface="Actor"/>
              <a:sym typeface="Actor"/>
            </a:endParaRPr>
          </a:p>
          <a:p>
            <a:pPr indent="0" lvl="0" marL="0" rtl="0" algn="r">
              <a:lnSpc>
                <a:spcPct val="100000"/>
              </a:lnSpc>
              <a:spcBef>
                <a:spcPts val="1200"/>
              </a:spcBef>
              <a:spcAft>
                <a:spcPts val="0"/>
              </a:spcAft>
              <a:buNone/>
            </a:pPr>
            <a:r>
              <a:t/>
            </a:r>
            <a:endParaRPr b="1" sz="1000">
              <a:solidFill>
                <a:schemeClr val="dk2"/>
              </a:solidFill>
              <a:latin typeface="Actor"/>
              <a:ea typeface="Actor"/>
              <a:cs typeface="Actor"/>
              <a:sym typeface="Actor"/>
            </a:endParaRPr>
          </a:p>
        </p:txBody>
      </p:sp>
      <p:sp>
        <p:nvSpPr>
          <p:cNvPr id="274" name="Google Shape;274;p26"/>
          <p:cNvSpPr txBox="1"/>
          <p:nvPr/>
        </p:nvSpPr>
        <p:spPr>
          <a:xfrm>
            <a:off x="4971675" y="3667300"/>
            <a:ext cx="3745800" cy="129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a:solidFill>
                  <a:srgbClr val="241160"/>
                </a:solidFill>
                <a:latin typeface="Cairo"/>
                <a:ea typeface="Cairo"/>
                <a:cs typeface="Cairo"/>
                <a:sym typeface="Cairo"/>
              </a:rPr>
              <a:t>Supervised by : </a:t>
            </a:r>
            <a:endParaRPr b="1">
              <a:solidFill>
                <a:srgbClr val="241160"/>
              </a:solidFill>
              <a:latin typeface="Cairo"/>
              <a:ea typeface="Cairo"/>
              <a:cs typeface="Cairo"/>
              <a:sym typeface="Cairo"/>
            </a:endParaRPr>
          </a:p>
          <a:p>
            <a:pPr indent="0" lvl="0" marL="0" marR="0" rtl="0" algn="ctr">
              <a:lnSpc>
                <a:spcPct val="100000"/>
              </a:lnSpc>
              <a:spcBef>
                <a:spcPts val="0"/>
              </a:spcBef>
              <a:spcAft>
                <a:spcPts val="0"/>
              </a:spcAft>
              <a:buNone/>
            </a:pPr>
            <a:r>
              <a:t/>
            </a:r>
            <a:endParaRPr b="1">
              <a:solidFill>
                <a:srgbClr val="241160"/>
              </a:solidFill>
              <a:latin typeface="Cairo"/>
              <a:ea typeface="Cairo"/>
              <a:cs typeface="Cairo"/>
              <a:sym typeface="Cairo"/>
            </a:endParaRPr>
          </a:p>
          <a:p>
            <a:pPr indent="0" lvl="0" marL="0" marR="0" rtl="0" algn="ctr">
              <a:lnSpc>
                <a:spcPct val="100000"/>
              </a:lnSpc>
              <a:spcBef>
                <a:spcPts val="0"/>
              </a:spcBef>
              <a:spcAft>
                <a:spcPts val="0"/>
              </a:spcAft>
              <a:buNone/>
            </a:pPr>
            <a:r>
              <a:rPr lang="en">
                <a:solidFill>
                  <a:srgbClr val="241160"/>
                </a:solidFill>
                <a:latin typeface="Cairo"/>
                <a:ea typeface="Cairo"/>
                <a:cs typeface="Cairo"/>
                <a:sym typeface="Cairo"/>
              </a:rPr>
              <a:t>Prof.Roberta Siciliano </a:t>
            </a:r>
            <a:endParaRPr>
              <a:solidFill>
                <a:srgbClr val="241160"/>
              </a:solidFill>
              <a:latin typeface="Cairo"/>
              <a:ea typeface="Cairo"/>
              <a:cs typeface="Cairo"/>
              <a:sym typeface="Cairo"/>
            </a:endParaRPr>
          </a:p>
          <a:p>
            <a:pPr indent="0" lvl="0" marL="0" marR="0" rtl="0" algn="ctr">
              <a:lnSpc>
                <a:spcPct val="100000"/>
              </a:lnSpc>
              <a:spcBef>
                <a:spcPts val="0"/>
              </a:spcBef>
              <a:spcAft>
                <a:spcPts val="0"/>
              </a:spcAft>
              <a:buNone/>
            </a:pPr>
            <a:r>
              <a:rPr lang="en">
                <a:solidFill>
                  <a:srgbClr val="241160"/>
                </a:solidFill>
                <a:latin typeface="Cairo"/>
                <a:ea typeface="Cairo"/>
                <a:cs typeface="Cairo"/>
                <a:sym typeface="Cairo"/>
              </a:rPr>
              <a:t>Prof.Emiliano Del Gobbo</a:t>
            </a:r>
            <a:endParaRPr>
              <a:solidFill>
                <a:srgbClr val="241160"/>
              </a:solidFill>
              <a:latin typeface="Cairo"/>
              <a:ea typeface="Cairo"/>
              <a:cs typeface="Cairo"/>
              <a:sym typeface="Cai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7"/>
          <p:cNvSpPr txBox="1"/>
          <p:nvPr>
            <p:ph type="title"/>
          </p:nvPr>
        </p:nvSpPr>
        <p:spPr>
          <a:xfrm>
            <a:off x="720000" y="445025"/>
            <a:ext cx="3285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Objective</a:t>
            </a:r>
            <a:endParaRPr/>
          </a:p>
        </p:txBody>
      </p:sp>
      <p:sp>
        <p:nvSpPr>
          <p:cNvPr id="280" name="Google Shape;280;p27"/>
          <p:cNvSpPr txBox="1"/>
          <p:nvPr>
            <p:ph idx="1" type="body"/>
          </p:nvPr>
        </p:nvSpPr>
        <p:spPr>
          <a:xfrm>
            <a:off x="720000" y="1253350"/>
            <a:ext cx="4969500" cy="3355200"/>
          </a:xfrm>
          <a:prstGeom prst="rect">
            <a:avLst/>
          </a:prstGeom>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SzPts val="1600"/>
              <a:buChar char="●"/>
            </a:pPr>
            <a:r>
              <a:rPr lang="en" sz="1600"/>
              <a:t>Perform a complete Exploratory Data Analysis (EDA).</a:t>
            </a:r>
            <a:endParaRPr sz="1600"/>
          </a:p>
          <a:p>
            <a:pPr indent="0" lvl="0" marL="0" marR="0" rtl="0" algn="l">
              <a:lnSpc>
                <a:spcPct val="100000"/>
              </a:lnSpc>
              <a:spcBef>
                <a:spcPts val="0"/>
              </a:spcBef>
              <a:spcAft>
                <a:spcPts val="0"/>
              </a:spcAft>
              <a:buNone/>
            </a:pPr>
            <a:r>
              <a:t/>
            </a:r>
            <a:endParaRPr sz="1600"/>
          </a:p>
          <a:p>
            <a:pPr indent="-330200" lvl="0" marL="457200" marR="0" rtl="0" algn="l">
              <a:lnSpc>
                <a:spcPct val="100000"/>
              </a:lnSpc>
              <a:spcBef>
                <a:spcPts val="0"/>
              </a:spcBef>
              <a:spcAft>
                <a:spcPts val="0"/>
              </a:spcAft>
              <a:buSzPts val="1600"/>
              <a:buChar char="●"/>
            </a:pPr>
            <a:r>
              <a:rPr lang="en" sz="1600"/>
              <a:t>Understand the structure and main characteristics of the dataset.</a:t>
            </a:r>
            <a:endParaRPr sz="1600"/>
          </a:p>
          <a:p>
            <a:pPr indent="0" lvl="0" marL="457200" marR="0" rtl="0" algn="l">
              <a:lnSpc>
                <a:spcPct val="100000"/>
              </a:lnSpc>
              <a:spcBef>
                <a:spcPts val="0"/>
              </a:spcBef>
              <a:spcAft>
                <a:spcPts val="0"/>
              </a:spcAft>
              <a:buNone/>
            </a:pPr>
            <a:r>
              <a:t/>
            </a:r>
            <a:endParaRPr sz="1600"/>
          </a:p>
          <a:p>
            <a:pPr indent="-330200" lvl="0" marL="457200" marR="0" rtl="0" algn="l">
              <a:lnSpc>
                <a:spcPct val="100000"/>
              </a:lnSpc>
              <a:spcBef>
                <a:spcPts val="0"/>
              </a:spcBef>
              <a:spcAft>
                <a:spcPts val="0"/>
              </a:spcAft>
              <a:buSzPts val="1600"/>
              <a:buChar char="●"/>
            </a:pPr>
            <a:r>
              <a:rPr lang="en" sz="1600"/>
              <a:t>Identify relationships and patterns among variables.</a:t>
            </a:r>
            <a:endParaRPr sz="1600"/>
          </a:p>
          <a:p>
            <a:pPr indent="0" lvl="0" marL="457200" marR="0" rtl="0" algn="l">
              <a:lnSpc>
                <a:spcPct val="100000"/>
              </a:lnSpc>
              <a:spcBef>
                <a:spcPts val="0"/>
              </a:spcBef>
              <a:spcAft>
                <a:spcPts val="0"/>
              </a:spcAft>
              <a:buNone/>
            </a:pPr>
            <a:r>
              <a:t/>
            </a:r>
            <a:endParaRPr sz="1600"/>
          </a:p>
          <a:p>
            <a:pPr indent="-330200" lvl="0" marL="457200" marR="0" rtl="0" algn="l">
              <a:lnSpc>
                <a:spcPct val="100000"/>
              </a:lnSpc>
              <a:spcBef>
                <a:spcPts val="0"/>
              </a:spcBef>
              <a:spcAft>
                <a:spcPts val="0"/>
              </a:spcAft>
              <a:buSzPts val="1600"/>
              <a:buChar char="●"/>
            </a:pPr>
            <a:r>
              <a:rPr lang="en" sz="1600"/>
              <a:t>Apply PCA and Clustering to explore data structure</a:t>
            </a:r>
            <a:br>
              <a:rPr lang="en" sz="1600"/>
            </a:br>
            <a:endParaRPr sz="1600"/>
          </a:p>
        </p:txBody>
      </p:sp>
      <p:pic>
        <p:nvPicPr>
          <p:cNvPr id="281" name="Google Shape;281;p27"/>
          <p:cNvPicPr preferRelativeResize="0"/>
          <p:nvPr>
            <p:ph idx="2" type="pic"/>
          </p:nvPr>
        </p:nvPicPr>
        <p:blipFill rotWithShape="1">
          <a:blip r:embed="rId3">
            <a:alphaModFix/>
          </a:blip>
          <a:srcRect b="0" l="17629" r="23332" t="0"/>
          <a:stretch/>
        </p:blipFill>
        <p:spPr>
          <a:xfrm>
            <a:off x="5754625" y="0"/>
            <a:ext cx="3366876" cy="51435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287" name="Google Shape;287;p28"/>
          <p:cNvSpPr txBox="1"/>
          <p:nvPr>
            <p:ph idx="2" type="title"/>
          </p:nvPr>
        </p:nvSpPr>
        <p:spPr>
          <a:xfrm>
            <a:off x="796175" y="1359375"/>
            <a:ext cx="1149600" cy="79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88" name="Google Shape;288;p28"/>
          <p:cNvSpPr txBox="1"/>
          <p:nvPr>
            <p:ph idx="3" type="title"/>
          </p:nvPr>
        </p:nvSpPr>
        <p:spPr>
          <a:xfrm>
            <a:off x="6042325" y="3108603"/>
            <a:ext cx="1149600" cy="79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289" name="Google Shape;289;p28"/>
          <p:cNvSpPr txBox="1"/>
          <p:nvPr>
            <p:ph idx="4" type="title"/>
          </p:nvPr>
        </p:nvSpPr>
        <p:spPr>
          <a:xfrm>
            <a:off x="796175" y="3108600"/>
            <a:ext cx="1149600" cy="79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290" name="Google Shape;290;p28"/>
          <p:cNvSpPr txBox="1"/>
          <p:nvPr>
            <p:ph idx="6" type="title"/>
          </p:nvPr>
        </p:nvSpPr>
        <p:spPr>
          <a:xfrm>
            <a:off x="6042325" y="1359375"/>
            <a:ext cx="1149600" cy="79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291" name="Google Shape;291;p28"/>
          <p:cNvSpPr txBox="1"/>
          <p:nvPr>
            <p:ph idx="1" type="subTitle"/>
          </p:nvPr>
        </p:nvSpPr>
        <p:spPr>
          <a:xfrm>
            <a:off x="796175" y="2010425"/>
            <a:ext cx="2305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Description</a:t>
            </a:r>
            <a:endParaRPr/>
          </a:p>
        </p:txBody>
      </p:sp>
      <p:sp>
        <p:nvSpPr>
          <p:cNvPr id="292" name="Google Shape;292;p28"/>
          <p:cNvSpPr txBox="1"/>
          <p:nvPr>
            <p:ph idx="8" type="subTitle"/>
          </p:nvPr>
        </p:nvSpPr>
        <p:spPr>
          <a:xfrm>
            <a:off x="720000" y="3906300"/>
            <a:ext cx="2305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Univariate Analysis: Numerical Variables</a:t>
            </a:r>
            <a:endParaRPr/>
          </a:p>
        </p:txBody>
      </p:sp>
      <p:sp>
        <p:nvSpPr>
          <p:cNvPr id="293" name="Google Shape;293;p28"/>
          <p:cNvSpPr txBox="1"/>
          <p:nvPr>
            <p:ph idx="9" type="subTitle"/>
          </p:nvPr>
        </p:nvSpPr>
        <p:spPr>
          <a:xfrm>
            <a:off x="6042325" y="2010425"/>
            <a:ext cx="2305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Principal Component Analysis (PCA)</a:t>
            </a:r>
            <a:endParaRPr/>
          </a:p>
          <a:p>
            <a:pPr indent="0" lvl="0" marL="0" rtl="0" algn="l">
              <a:spcBef>
                <a:spcPts val="0"/>
              </a:spcBef>
              <a:spcAft>
                <a:spcPts val="0"/>
              </a:spcAft>
              <a:buNone/>
            </a:pPr>
            <a:r>
              <a:t/>
            </a:r>
            <a:endParaRPr/>
          </a:p>
        </p:txBody>
      </p:sp>
      <p:sp>
        <p:nvSpPr>
          <p:cNvPr id="294" name="Google Shape;294;p28"/>
          <p:cNvSpPr txBox="1"/>
          <p:nvPr>
            <p:ph idx="13" type="subTitle"/>
          </p:nvPr>
        </p:nvSpPr>
        <p:spPr>
          <a:xfrm>
            <a:off x="6042325" y="3906300"/>
            <a:ext cx="2305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5429325" y="2282000"/>
            <a:ext cx="2891700" cy="16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Description</a:t>
            </a:r>
            <a:endParaRPr/>
          </a:p>
        </p:txBody>
      </p:sp>
      <p:sp>
        <p:nvSpPr>
          <p:cNvPr id="300" name="Google Shape;300;p29"/>
          <p:cNvSpPr txBox="1"/>
          <p:nvPr>
            <p:ph idx="2" type="title"/>
          </p:nvPr>
        </p:nvSpPr>
        <p:spPr>
          <a:xfrm>
            <a:off x="5429325" y="1195875"/>
            <a:ext cx="1595400" cy="128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grpSp>
        <p:nvGrpSpPr>
          <p:cNvPr id="301" name="Google Shape;301;p29"/>
          <p:cNvGrpSpPr/>
          <p:nvPr/>
        </p:nvGrpSpPr>
        <p:grpSpPr>
          <a:xfrm>
            <a:off x="715095" y="1252925"/>
            <a:ext cx="3719259" cy="2637651"/>
            <a:chOff x="715095" y="1812600"/>
            <a:chExt cx="3719259" cy="2637651"/>
          </a:xfrm>
        </p:grpSpPr>
        <p:sp>
          <p:nvSpPr>
            <p:cNvPr id="302" name="Google Shape;302;p29"/>
            <p:cNvSpPr/>
            <p:nvPr/>
          </p:nvSpPr>
          <p:spPr>
            <a:xfrm>
              <a:off x="869575" y="1812600"/>
              <a:ext cx="3400500" cy="2637651"/>
            </a:xfrm>
            <a:custGeom>
              <a:rect b="b" l="l" r="r" t="t"/>
              <a:pathLst>
                <a:path extrusionOk="0" h="1063" w="1598">
                  <a:moveTo>
                    <a:pt x="279" y="1011"/>
                  </a:moveTo>
                  <a:cubicBezTo>
                    <a:pt x="1244" y="1063"/>
                    <a:pt x="1244" y="1063"/>
                    <a:pt x="1244" y="1063"/>
                  </a:cubicBezTo>
                  <a:cubicBezTo>
                    <a:pt x="1366" y="961"/>
                    <a:pt x="1458" y="823"/>
                    <a:pt x="1523" y="679"/>
                  </a:cubicBezTo>
                  <a:cubicBezTo>
                    <a:pt x="1582" y="548"/>
                    <a:pt x="1598" y="349"/>
                    <a:pt x="1535" y="217"/>
                  </a:cubicBezTo>
                  <a:cubicBezTo>
                    <a:pt x="1432" y="0"/>
                    <a:pt x="1203" y="98"/>
                    <a:pt x="1037" y="168"/>
                  </a:cubicBezTo>
                  <a:cubicBezTo>
                    <a:pt x="862" y="240"/>
                    <a:pt x="756" y="186"/>
                    <a:pt x="593" y="121"/>
                  </a:cubicBezTo>
                  <a:cubicBezTo>
                    <a:pt x="349" y="22"/>
                    <a:pt x="63" y="211"/>
                    <a:pt x="28" y="466"/>
                  </a:cubicBezTo>
                  <a:cubicBezTo>
                    <a:pt x="0" y="670"/>
                    <a:pt x="132" y="874"/>
                    <a:pt x="279" y="1011"/>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29"/>
            <p:cNvSpPr/>
            <p:nvPr/>
          </p:nvSpPr>
          <p:spPr>
            <a:xfrm>
              <a:off x="3753605" y="2780893"/>
              <a:ext cx="680749" cy="679733"/>
            </a:xfrm>
            <a:custGeom>
              <a:rect b="b" l="l" r="r" t="t"/>
              <a:pathLst>
                <a:path extrusionOk="0" h="281" w="282">
                  <a:moveTo>
                    <a:pt x="268" y="105"/>
                  </a:moveTo>
                  <a:cubicBezTo>
                    <a:pt x="245" y="105"/>
                    <a:pt x="245" y="105"/>
                    <a:pt x="245" y="105"/>
                  </a:cubicBezTo>
                  <a:cubicBezTo>
                    <a:pt x="243" y="100"/>
                    <a:pt x="242" y="96"/>
                    <a:pt x="239" y="92"/>
                  </a:cubicBezTo>
                  <a:cubicBezTo>
                    <a:pt x="256" y="76"/>
                    <a:pt x="256" y="76"/>
                    <a:pt x="256" y="76"/>
                  </a:cubicBezTo>
                  <a:cubicBezTo>
                    <a:pt x="261" y="70"/>
                    <a:pt x="261" y="61"/>
                    <a:pt x="256" y="56"/>
                  </a:cubicBezTo>
                  <a:cubicBezTo>
                    <a:pt x="225" y="25"/>
                    <a:pt x="225" y="25"/>
                    <a:pt x="225" y="25"/>
                  </a:cubicBezTo>
                  <a:cubicBezTo>
                    <a:pt x="220" y="20"/>
                    <a:pt x="211" y="20"/>
                    <a:pt x="206" y="25"/>
                  </a:cubicBezTo>
                  <a:cubicBezTo>
                    <a:pt x="189" y="42"/>
                    <a:pt x="189" y="42"/>
                    <a:pt x="189" y="42"/>
                  </a:cubicBezTo>
                  <a:cubicBezTo>
                    <a:pt x="185" y="40"/>
                    <a:pt x="181" y="38"/>
                    <a:pt x="177" y="37"/>
                  </a:cubicBezTo>
                  <a:cubicBezTo>
                    <a:pt x="177" y="13"/>
                    <a:pt x="177" y="13"/>
                    <a:pt x="177" y="13"/>
                  </a:cubicBezTo>
                  <a:cubicBezTo>
                    <a:pt x="177" y="6"/>
                    <a:pt x="170" y="0"/>
                    <a:pt x="163" y="0"/>
                  </a:cubicBezTo>
                  <a:cubicBezTo>
                    <a:pt x="120" y="0"/>
                    <a:pt x="120" y="0"/>
                    <a:pt x="120" y="0"/>
                  </a:cubicBezTo>
                  <a:cubicBezTo>
                    <a:pt x="112" y="0"/>
                    <a:pt x="106" y="6"/>
                    <a:pt x="106" y="13"/>
                  </a:cubicBezTo>
                  <a:cubicBezTo>
                    <a:pt x="106" y="37"/>
                    <a:pt x="106" y="37"/>
                    <a:pt x="106" y="37"/>
                  </a:cubicBezTo>
                  <a:cubicBezTo>
                    <a:pt x="101" y="38"/>
                    <a:pt x="97" y="40"/>
                    <a:pt x="93" y="42"/>
                  </a:cubicBezTo>
                  <a:cubicBezTo>
                    <a:pt x="76" y="25"/>
                    <a:pt x="76" y="25"/>
                    <a:pt x="76" y="25"/>
                  </a:cubicBezTo>
                  <a:cubicBezTo>
                    <a:pt x="71" y="20"/>
                    <a:pt x="62" y="20"/>
                    <a:pt x="57" y="25"/>
                  </a:cubicBezTo>
                  <a:cubicBezTo>
                    <a:pt x="26" y="56"/>
                    <a:pt x="26" y="56"/>
                    <a:pt x="26" y="56"/>
                  </a:cubicBezTo>
                  <a:cubicBezTo>
                    <a:pt x="21" y="61"/>
                    <a:pt x="21" y="70"/>
                    <a:pt x="26" y="76"/>
                  </a:cubicBezTo>
                  <a:cubicBezTo>
                    <a:pt x="43" y="92"/>
                    <a:pt x="43" y="92"/>
                    <a:pt x="43" y="92"/>
                  </a:cubicBezTo>
                  <a:cubicBezTo>
                    <a:pt x="41" y="96"/>
                    <a:pt x="39" y="100"/>
                    <a:pt x="37" y="105"/>
                  </a:cubicBezTo>
                  <a:cubicBezTo>
                    <a:pt x="14" y="105"/>
                    <a:pt x="14" y="105"/>
                    <a:pt x="14" y="105"/>
                  </a:cubicBezTo>
                  <a:cubicBezTo>
                    <a:pt x="7" y="105"/>
                    <a:pt x="0" y="111"/>
                    <a:pt x="0" y="119"/>
                  </a:cubicBezTo>
                  <a:cubicBezTo>
                    <a:pt x="0" y="162"/>
                    <a:pt x="0" y="162"/>
                    <a:pt x="0" y="162"/>
                  </a:cubicBezTo>
                  <a:cubicBezTo>
                    <a:pt x="0" y="170"/>
                    <a:pt x="7" y="176"/>
                    <a:pt x="14" y="176"/>
                  </a:cubicBezTo>
                  <a:cubicBezTo>
                    <a:pt x="37" y="176"/>
                    <a:pt x="37" y="176"/>
                    <a:pt x="37" y="176"/>
                  </a:cubicBezTo>
                  <a:cubicBezTo>
                    <a:pt x="39" y="180"/>
                    <a:pt x="41" y="184"/>
                    <a:pt x="43" y="189"/>
                  </a:cubicBezTo>
                  <a:cubicBezTo>
                    <a:pt x="26" y="205"/>
                    <a:pt x="26" y="205"/>
                    <a:pt x="26" y="205"/>
                  </a:cubicBezTo>
                  <a:cubicBezTo>
                    <a:pt x="21" y="210"/>
                    <a:pt x="21" y="219"/>
                    <a:pt x="26" y="225"/>
                  </a:cubicBezTo>
                  <a:cubicBezTo>
                    <a:pt x="57" y="255"/>
                    <a:pt x="57" y="255"/>
                    <a:pt x="57" y="255"/>
                  </a:cubicBezTo>
                  <a:cubicBezTo>
                    <a:pt x="62" y="260"/>
                    <a:pt x="71" y="260"/>
                    <a:pt x="76" y="255"/>
                  </a:cubicBezTo>
                  <a:cubicBezTo>
                    <a:pt x="93" y="239"/>
                    <a:pt x="93" y="239"/>
                    <a:pt x="93" y="239"/>
                  </a:cubicBezTo>
                  <a:cubicBezTo>
                    <a:pt x="97" y="241"/>
                    <a:pt x="101" y="243"/>
                    <a:pt x="106" y="244"/>
                  </a:cubicBezTo>
                  <a:cubicBezTo>
                    <a:pt x="106" y="267"/>
                    <a:pt x="106" y="267"/>
                    <a:pt x="106" y="267"/>
                  </a:cubicBezTo>
                  <a:cubicBezTo>
                    <a:pt x="106" y="275"/>
                    <a:pt x="112" y="281"/>
                    <a:pt x="120" y="281"/>
                  </a:cubicBezTo>
                  <a:cubicBezTo>
                    <a:pt x="163" y="281"/>
                    <a:pt x="163" y="281"/>
                    <a:pt x="163" y="281"/>
                  </a:cubicBezTo>
                  <a:cubicBezTo>
                    <a:pt x="170" y="281"/>
                    <a:pt x="177" y="275"/>
                    <a:pt x="177" y="267"/>
                  </a:cubicBezTo>
                  <a:cubicBezTo>
                    <a:pt x="177" y="244"/>
                    <a:pt x="177" y="244"/>
                    <a:pt x="177" y="244"/>
                  </a:cubicBezTo>
                  <a:cubicBezTo>
                    <a:pt x="181" y="243"/>
                    <a:pt x="185" y="241"/>
                    <a:pt x="189" y="239"/>
                  </a:cubicBezTo>
                  <a:cubicBezTo>
                    <a:pt x="206" y="255"/>
                    <a:pt x="206" y="255"/>
                    <a:pt x="206" y="255"/>
                  </a:cubicBezTo>
                  <a:cubicBezTo>
                    <a:pt x="211" y="260"/>
                    <a:pt x="220" y="260"/>
                    <a:pt x="225" y="255"/>
                  </a:cubicBezTo>
                  <a:cubicBezTo>
                    <a:pt x="256" y="225"/>
                    <a:pt x="256" y="225"/>
                    <a:pt x="256" y="225"/>
                  </a:cubicBezTo>
                  <a:cubicBezTo>
                    <a:pt x="261" y="219"/>
                    <a:pt x="261" y="210"/>
                    <a:pt x="256" y="205"/>
                  </a:cubicBezTo>
                  <a:cubicBezTo>
                    <a:pt x="239" y="189"/>
                    <a:pt x="239" y="189"/>
                    <a:pt x="239" y="189"/>
                  </a:cubicBezTo>
                  <a:cubicBezTo>
                    <a:pt x="242" y="184"/>
                    <a:pt x="243" y="180"/>
                    <a:pt x="245" y="176"/>
                  </a:cubicBezTo>
                  <a:cubicBezTo>
                    <a:pt x="268" y="176"/>
                    <a:pt x="268" y="176"/>
                    <a:pt x="268" y="176"/>
                  </a:cubicBezTo>
                  <a:cubicBezTo>
                    <a:pt x="276" y="176"/>
                    <a:pt x="282" y="170"/>
                    <a:pt x="282" y="162"/>
                  </a:cubicBezTo>
                  <a:cubicBezTo>
                    <a:pt x="282" y="119"/>
                    <a:pt x="282" y="119"/>
                    <a:pt x="282" y="119"/>
                  </a:cubicBezTo>
                  <a:cubicBezTo>
                    <a:pt x="282" y="111"/>
                    <a:pt x="276" y="105"/>
                    <a:pt x="268" y="105"/>
                  </a:cubicBezTo>
                  <a:close/>
                  <a:moveTo>
                    <a:pt x="141" y="211"/>
                  </a:moveTo>
                  <a:cubicBezTo>
                    <a:pt x="102" y="211"/>
                    <a:pt x="71" y="179"/>
                    <a:pt x="71" y="140"/>
                  </a:cubicBezTo>
                  <a:cubicBezTo>
                    <a:pt x="71" y="101"/>
                    <a:pt x="102" y="70"/>
                    <a:pt x="141" y="70"/>
                  </a:cubicBezTo>
                  <a:cubicBezTo>
                    <a:pt x="180" y="70"/>
                    <a:pt x="212" y="101"/>
                    <a:pt x="212" y="140"/>
                  </a:cubicBezTo>
                  <a:cubicBezTo>
                    <a:pt x="212" y="179"/>
                    <a:pt x="180" y="211"/>
                    <a:pt x="141" y="2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29"/>
            <p:cNvSpPr/>
            <p:nvPr/>
          </p:nvSpPr>
          <p:spPr>
            <a:xfrm>
              <a:off x="3886230" y="2911963"/>
              <a:ext cx="415500" cy="415500"/>
            </a:xfrm>
            <a:prstGeom prst="ellipse">
              <a:avLst/>
            </a:prstGeom>
            <a:noFill/>
            <a:ln cap="flat" cmpd="sng" w="22225">
              <a:solidFill>
                <a:srgbClr val="002E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29"/>
            <p:cNvSpPr/>
            <p:nvPr/>
          </p:nvSpPr>
          <p:spPr>
            <a:xfrm>
              <a:off x="3222711" y="2331802"/>
              <a:ext cx="122942" cy="122941"/>
            </a:xfrm>
            <a:custGeom>
              <a:rect b="b" l="l" r="r" t="t"/>
              <a:pathLst>
                <a:path extrusionOk="0" h="51" w="51">
                  <a:moveTo>
                    <a:pt x="43" y="18"/>
                  </a:moveTo>
                  <a:cubicBezTo>
                    <a:pt x="32" y="18"/>
                    <a:pt x="32" y="18"/>
                    <a:pt x="32" y="18"/>
                  </a:cubicBezTo>
                  <a:cubicBezTo>
                    <a:pt x="32" y="7"/>
                    <a:pt x="32" y="7"/>
                    <a:pt x="32" y="7"/>
                  </a:cubicBezTo>
                  <a:cubicBezTo>
                    <a:pt x="32" y="3"/>
                    <a:pt x="29" y="0"/>
                    <a:pt x="25" y="0"/>
                  </a:cubicBezTo>
                  <a:cubicBezTo>
                    <a:pt x="21" y="0"/>
                    <a:pt x="18" y="3"/>
                    <a:pt x="18" y="7"/>
                  </a:cubicBezTo>
                  <a:cubicBezTo>
                    <a:pt x="18" y="18"/>
                    <a:pt x="18" y="18"/>
                    <a:pt x="18" y="18"/>
                  </a:cubicBezTo>
                  <a:cubicBezTo>
                    <a:pt x="7" y="18"/>
                    <a:pt x="7" y="18"/>
                    <a:pt x="7" y="18"/>
                  </a:cubicBezTo>
                  <a:cubicBezTo>
                    <a:pt x="3" y="18"/>
                    <a:pt x="0" y="21"/>
                    <a:pt x="0" y="25"/>
                  </a:cubicBezTo>
                  <a:cubicBezTo>
                    <a:pt x="0" y="29"/>
                    <a:pt x="3" y="33"/>
                    <a:pt x="7" y="33"/>
                  </a:cubicBezTo>
                  <a:cubicBezTo>
                    <a:pt x="18" y="33"/>
                    <a:pt x="18" y="33"/>
                    <a:pt x="18" y="33"/>
                  </a:cubicBezTo>
                  <a:cubicBezTo>
                    <a:pt x="18" y="44"/>
                    <a:pt x="18" y="44"/>
                    <a:pt x="18" y="44"/>
                  </a:cubicBezTo>
                  <a:cubicBezTo>
                    <a:pt x="18" y="48"/>
                    <a:pt x="21" y="51"/>
                    <a:pt x="25" y="51"/>
                  </a:cubicBezTo>
                  <a:cubicBezTo>
                    <a:pt x="29" y="51"/>
                    <a:pt x="32" y="48"/>
                    <a:pt x="32" y="44"/>
                  </a:cubicBezTo>
                  <a:cubicBezTo>
                    <a:pt x="32" y="33"/>
                    <a:pt x="32" y="33"/>
                    <a:pt x="32" y="33"/>
                  </a:cubicBezTo>
                  <a:cubicBezTo>
                    <a:pt x="43" y="33"/>
                    <a:pt x="43" y="33"/>
                    <a:pt x="43" y="33"/>
                  </a:cubicBezTo>
                  <a:cubicBezTo>
                    <a:pt x="47" y="33"/>
                    <a:pt x="51" y="29"/>
                    <a:pt x="51" y="25"/>
                  </a:cubicBezTo>
                  <a:cubicBezTo>
                    <a:pt x="51" y="21"/>
                    <a:pt x="47" y="18"/>
                    <a:pt x="43"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29"/>
            <p:cNvSpPr/>
            <p:nvPr/>
          </p:nvSpPr>
          <p:spPr>
            <a:xfrm>
              <a:off x="1822603" y="2249502"/>
              <a:ext cx="19305" cy="53851"/>
            </a:xfrm>
            <a:custGeom>
              <a:rect b="b" l="l" r="r" t="t"/>
              <a:pathLst>
                <a:path extrusionOk="0" h="22" w="8">
                  <a:moveTo>
                    <a:pt x="4" y="22"/>
                  </a:moveTo>
                  <a:cubicBezTo>
                    <a:pt x="4" y="22"/>
                    <a:pt x="4" y="22"/>
                    <a:pt x="4" y="22"/>
                  </a:cubicBezTo>
                  <a:cubicBezTo>
                    <a:pt x="1" y="22"/>
                    <a:pt x="0" y="20"/>
                    <a:pt x="0" y="18"/>
                  </a:cubicBezTo>
                  <a:cubicBezTo>
                    <a:pt x="0" y="4"/>
                    <a:pt x="0" y="4"/>
                    <a:pt x="0" y="4"/>
                  </a:cubicBezTo>
                  <a:cubicBezTo>
                    <a:pt x="0" y="2"/>
                    <a:pt x="1" y="0"/>
                    <a:pt x="4" y="0"/>
                  </a:cubicBezTo>
                  <a:cubicBezTo>
                    <a:pt x="4" y="0"/>
                    <a:pt x="4" y="0"/>
                    <a:pt x="4" y="0"/>
                  </a:cubicBezTo>
                  <a:cubicBezTo>
                    <a:pt x="6" y="0"/>
                    <a:pt x="8" y="2"/>
                    <a:pt x="8" y="4"/>
                  </a:cubicBezTo>
                  <a:cubicBezTo>
                    <a:pt x="8" y="18"/>
                    <a:pt x="8" y="18"/>
                    <a:pt x="8" y="18"/>
                  </a:cubicBezTo>
                  <a:cubicBezTo>
                    <a:pt x="8" y="20"/>
                    <a:pt x="6" y="22"/>
                    <a:pt x="4"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29"/>
            <p:cNvSpPr/>
            <p:nvPr/>
          </p:nvSpPr>
          <p:spPr>
            <a:xfrm>
              <a:off x="1856133" y="2273887"/>
              <a:ext cx="43690" cy="45722"/>
            </a:xfrm>
            <a:custGeom>
              <a:rect b="b" l="l" r="r" t="t"/>
              <a:pathLst>
                <a:path extrusionOk="0" h="19" w="18">
                  <a:moveTo>
                    <a:pt x="1" y="17"/>
                  </a:moveTo>
                  <a:cubicBezTo>
                    <a:pt x="1" y="17"/>
                    <a:pt x="1" y="17"/>
                    <a:pt x="1" y="17"/>
                  </a:cubicBezTo>
                  <a:cubicBezTo>
                    <a:pt x="0" y="16"/>
                    <a:pt x="0" y="13"/>
                    <a:pt x="1" y="11"/>
                  </a:cubicBezTo>
                  <a:cubicBezTo>
                    <a:pt x="11" y="2"/>
                    <a:pt x="11" y="2"/>
                    <a:pt x="11" y="2"/>
                  </a:cubicBezTo>
                  <a:cubicBezTo>
                    <a:pt x="13" y="0"/>
                    <a:pt x="15" y="0"/>
                    <a:pt x="17" y="2"/>
                  </a:cubicBezTo>
                  <a:cubicBezTo>
                    <a:pt x="17" y="2"/>
                    <a:pt x="17" y="2"/>
                    <a:pt x="17" y="2"/>
                  </a:cubicBezTo>
                  <a:cubicBezTo>
                    <a:pt x="18" y="3"/>
                    <a:pt x="18" y="6"/>
                    <a:pt x="17" y="8"/>
                  </a:cubicBezTo>
                  <a:cubicBezTo>
                    <a:pt x="7" y="17"/>
                    <a:pt x="7" y="17"/>
                    <a:pt x="7" y="17"/>
                  </a:cubicBezTo>
                  <a:cubicBezTo>
                    <a:pt x="5" y="19"/>
                    <a:pt x="3" y="19"/>
                    <a:pt x="1"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29"/>
            <p:cNvSpPr/>
            <p:nvPr/>
          </p:nvSpPr>
          <p:spPr>
            <a:xfrm>
              <a:off x="1871373" y="2333834"/>
              <a:ext cx="52834" cy="19305"/>
            </a:xfrm>
            <a:custGeom>
              <a:rect b="b" l="l" r="r" t="t"/>
              <a:pathLst>
                <a:path extrusionOk="0" h="8" w="22">
                  <a:moveTo>
                    <a:pt x="0" y="4"/>
                  </a:moveTo>
                  <a:cubicBezTo>
                    <a:pt x="0" y="4"/>
                    <a:pt x="0" y="4"/>
                    <a:pt x="0" y="4"/>
                  </a:cubicBezTo>
                  <a:cubicBezTo>
                    <a:pt x="0" y="2"/>
                    <a:pt x="2" y="0"/>
                    <a:pt x="4" y="0"/>
                  </a:cubicBezTo>
                  <a:cubicBezTo>
                    <a:pt x="18" y="0"/>
                    <a:pt x="18" y="0"/>
                    <a:pt x="18" y="0"/>
                  </a:cubicBezTo>
                  <a:cubicBezTo>
                    <a:pt x="20" y="0"/>
                    <a:pt x="22" y="2"/>
                    <a:pt x="22" y="4"/>
                  </a:cubicBezTo>
                  <a:cubicBezTo>
                    <a:pt x="22" y="4"/>
                    <a:pt x="22" y="4"/>
                    <a:pt x="22" y="4"/>
                  </a:cubicBezTo>
                  <a:cubicBezTo>
                    <a:pt x="22" y="6"/>
                    <a:pt x="20" y="8"/>
                    <a:pt x="18" y="8"/>
                  </a:cubicBezTo>
                  <a:cubicBezTo>
                    <a:pt x="4" y="8"/>
                    <a:pt x="4" y="8"/>
                    <a:pt x="4" y="8"/>
                  </a:cubicBezTo>
                  <a:cubicBezTo>
                    <a:pt x="2" y="8"/>
                    <a:pt x="0" y="6"/>
                    <a:pt x="0"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29"/>
            <p:cNvSpPr/>
            <p:nvPr/>
          </p:nvSpPr>
          <p:spPr>
            <a:xfrm>
              <a:off x="1854101" y="2368379"/>
              <a:ext cx="45722" cy="45722"/>
            </a:xfrm>
            <a:custGeom>
              <a:rect b="b" l="l" r="r" t="t"/>
              <a:pathLst>
                <a:path extrusionOk="0" h="19" w="19">
                  <a:moveTo>
                    <a:pt x="2" y="2"/>
                  </a:moveTo>
                  <a:cubicBezTo>
                    <a:pt x="2" y="2"/>
                    <a:pt x="2" y="2"/>
                    <a:pt x="2" y="2"/>
                  </a:cubicBezTo>
                  <a:cubicBezTo>
                    <a:pt x="3" y="0"/>
                    <a:pt x="6" y="0"/>
                    <a:pt x="7" y="2"/>
                  </a:cubicBezTo>
                  <a:cubicBezTo>
                    <a:pt x="17" y="11"/>
                    <a:pt x="17" y="11"/>
                    <a:pt x="17" y="11"/>
                  </a:cubicBezTo>
                  <a:cubicBezTo>
                    <a:pt x="19" y="13"/>
                    <a:pt x="19" y="15"/>
                    <a:pt x="17" y="17"/>
                  </a:cubicBezTo>
                  <a:cubicBezTo>
                    <a:pt x="17" y="17"/>
                    <a:pt x="17" y="17"/>
                    <a:pt x="17" y="17"/>
                  </a:cubicBezTo>
                  <a:cubicBezTo>
                    <a:pt x="16" y="19"/>
                    <a:pt x="13" y="19"/>
                    <a:pt x="11" y="17"/>
                  </a:cubicBezTo>
                  <a:cubicBezTo>
                    <a:pt x="2" y="7"/>
                    <a:pt x="2" y="7"/>
                    <a:pt x="2" y="7"/>
                  </a:cubicBezTo>
                  <a:cubicBezTo>
                    <a:pt x="0" y="6"/>
                    <a:pt x="0" y="3"/>
                    <a:pt x="2"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29"/>
            <p:cNvSpPr/>
            <p:nvPr/>
          </p:nvSpPr>
          <p:spPr>
            <a:xfrm>
              <a:off x="1820571" y="2382604"/>
              <a:ext cx="19305" cy="52834"/>
            </a:xfrm>
            <a:custGeom>
              <a:rect b="b" l="l" r="r" t="t"/>
              <a:pathLst>
                <a:path extrusionOk="0" h="22" w="8">
                  <a:moveTo>
                    <a:pt x="4" y="0"/>
                  </a:moveTo>
                  <a:cubicBezTo>
                    <a:pt x="4" y="0"/>
                    <a:pt x="4" y="0"/>
                    <a:pt x="4" y="0"/>
                  </a:cubicBezTo>
                  <a:cubicBezTo>
                    <a:pt x="6" y="0"/>
                    <a:pt x="8" y="2"/>
                    <a:pt x="8" y="4"/>
                  </a:cubicBezTo>
                  <a:cubicBezTo>
                    <a:pt x="8" y="18"/>
                    <a:pt x="8" y="18"/>
                    <a:pt x="8" y="18"/>
                  </a:cubicBezTo>
                  <a:cubicBezTo>
                    <a:pt x="8" y="20"/>
                    <a:pt x="6" y="22"/>
                    <a:pt x="4" y="22"/>
                  </a:cubicBezTo>
                  <a:cubicBezTo>
                    <a:pt x="4" y="22"/>
                    <a:pt x="4" y="22"/>
                    <a:pt x="4" y="22"/>
                  </a:cubicBezTo>
                  <a:cubicBezTo>
                    <a:pt x="2" y="22"/>
                    <a:pt x="0" y="20"/>
                    <a:pt x="0" y="18"/>
                  </a:cubicBezTo>
                  <a:cubicBezTo>
                    <a:pt x="0" y="4"/>
                    <a:pt x="0" y="4"/>
                    <a:pt x="0" y="4"/>
                  </a:cubicBezTo>
                  <a:cubicBezTo>
                    <a:pt x="0" y="2"/>
                    <a:pt x="2" y="0"/>
                    <a:pt x="4" y="0"/>
                  </a:cubicBezTo>
                  <a:close/>
                </a:path>
              </a:pathLst>
            </a:custGeom>
            <a:solidFill>
              <a:srgbClr val="809E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29"/>
            <p:cNvSpPr/>
            <p:nvPr/>
          </p:nvSpPr>
          <p:spPr>
            <a:xfrm>
              <a:off x="1759609" y="2368379"/>
              <a:ext cx="45722" cy="43690"/>
            </a:xfrm>
            <a:custGeom>
              <a:rect b="b" l="l" r="r" t="t"/>
              <a:pathLst>
                <a:path extrusionOk="0" h="18" w="19">
                  <a:moveTo>
                    <a:pt x="17" y="1"/>
                  </a:moveTo>
                  <a:cubicBezTo>
                    <a:pt x="17" y="1"/>
                    <a:pt x="17" y="1"/>
                    <a:pt x="17" y="1"/>
                  </a:cubicBezTo>
                  <a:cubicBezTo>
                    <a:pt x="19" y="3"/>
                    <a:pt x="19" y="5"/>
                    <a:pt x="17" y="7"/>
                  </a:cubicBezTo>
                  <a:cubicBezTo>
                    <a:pt x="8" y="17"/>
                    <a:pt x="8" y="17"/>
                    <a:pt x="8" y="17"/>
                  </a:cubicBezTo>
                  <a:cubicBezTo>
                    <a:pt x="6" y="18"/>
                    <a:pt x="3" y="18"/>
                    <a:pt x="2" y="17"/>
                  </a:cubicBezTo>
                  <a:cubicBezTo>
                    <a:pt x="2" y="17"/>
                    <a:pt x="2" y="17"/>
                    <a:pt x="2" y="17"/>
                  </a:cubicBezTo>
                  <a:cubicBezTo>
                    <a:pt x="0" y="15"/>
                    <a:pt x="0" y="12"/>
                    <a:pt x="2" y="11"/>
                  </a:cubicBezTo>
                  <a:cubicBezTo>
                    <a:pt x="12" y="1"/>
                    <a:pt x="12" y="1"/>
                    <a:pt x="12" y="1"/>
                  </a:cubicBezTo>
                  <a:cubicBezTo>
                    <a:pt x="13" y="0"/>
                    <a:pt x="16" y="0"/>
                    <a:pt x="17"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29"/>
            <p:cNvSpPr/>
            <p:nvPr/>
          </p:nvSpPr>
          <p:spPr>
            <a:xfrm>
              <a:off x="1738272" y="2331802"/>
              <a:ext cx="52834" cy="19305"/>
            </a:xfrm>
            <a:custGeom>
              <a:rect b="b" l="l" r="r" t="t"/>
              <a:pathLst>
                <a:path extrusionOk="0" h="8" w="22">
                  <a:moveTo>
                    <a:pt x="22" y="4"/>
                  </a:moveTo>
                  <a:cubicBezTo>
                    <a:pt x="22" y="4"/>
                    <a:pt x="22" y="4"/>
                    <a:pt x="22" y="4"/>
                  </a:cubicBezTo>
                  <a:cubicBezTo>
                    <a:pt x="22" y="7"/>
                    <a:pt x="20" y="8"/>
                    <a:pt x="18" y="8"/>
                  </a:cubicBezTo>
                  <a:cubicBezTo>
                    <a:pt x="4" y="8"/>
                    <a:pt x="4" y="8"/>
                    <a:pt x="4" y="8"/>
                  </a:cubicBezTo>
                  <a:cubicBezTo>
                    <a:pt x="2" y="8"/>
                    <a:pt x="0" y="7"/>
                    <a:pt x="0" y="4"/>
                  </a:cubicBezTo>
                  <a:cubicBezTo>
                    <a:pt x="0" y="4"/>
                    <a:pt x="0" y="4"/>
                    <a:pt x="0" y="4"/>
                  </a:cubicBezTo>
                  <a:cubicBezTo>
                    <a:pt x="0" y="2"/>
                    <a:pt x="2" y="0"/>
                    <a:pt x="4" y="0"/>
                  </a:cubicBezTo>
                  <a:cubicBezTo>
                    <a:pt x="18" y="0"/>
                    <a:pt x="18" y="0"/>
                    <a:pt x="18" y="0"/>
                  </a:cubicBezTo>
                  <a:cubicBezTo>
                    <a:pt x="20" y="0"/>
                    <a:pt x="22" y="2"/>
                    <a:pt x="22"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29"/>
            <p:cNvSpPr/>
            <p:nvPr/>
          </p:nvSpPr>
          <p:spPr>
            <a:xfrm>
              <a:off x="1762657" y="2273887"/>
              <a:ext cx="42674" cy="43690"/>
            </a:xfrm>
            <a:custGeom>
              <a:rect b="b" l="l" r="r" t="t"/>
              <a:pathLst>
                <a:path extrusionOk="0" h="18" w="18">
                  <a:moveTo>
                    <a:pt x="17" y="17"/>
                  </a:moveTo>
                  <a:cubicBezTo>
                    <a:pt x="17" y="17"/>
                    <a:pt x="17" y="17"/>
                    <a:pt x="17" y="17"/>
                  </a:cubicBezTo>
                  <a:cubicBezTo>
                    <a:pt x="15" y="18"/>
                    <a:pt x="13" y="18"/>
                    <a:pt x="11" y="17"/>
                  </a:cubicBezTo>
                  <a:cubicBezTo>
                    <a:pt x="1" y="7"/>
                    <a:pt x="1" y="7"/>
                    <a:pt x="1" y="7"/>
                  </a:cubicBezTo>
                  <a:cubicBezTo>
                    <a:pt x="0" y="5"/>
                    <a:pt x="0" y="3"/>
                    <a:pt x="1" y="1"/>
                  </a:cubicBezTo>
                  <a:cubicBezTo>
                    <a:pt x="1" y="1"/>
                    <a:pt x="1" y="1"/>
                    <a:pt x="1" y="1"/>
                  </a:cubicBezTo>
                  <a:cubicBezTo>
                    <a:pt x="3" y="0"/>
                    <a:pt x="6" y="0"/>
                    <a:pt x="7" y="1"/>
                  </a:cubicBezTo>
                  <a:cubicBezTo>
                    <a:pt x="17" y="11"/>
                    <a:pt x="17" y="11"/>
                    <a:pt x="17" y="11"/>
                  </a:cubicBezTo>
                  <a:cubicBezTo>
                    <a:pt x="18" y="13"/>
                    <a:pt x="18" y="15"/>
                    <a:pt x="17"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29"/>
            <p:cNvSpPr/>
            <p:nvPr/>
          </p:nvSpPr>
          <p:spPr>
            <a:xfrm>
              <a:off x="4084315" y="3929020"/>
              <a:ext cx="19305" cy="52834"/>
            </a:xfrm>
            <a:custGeom>
              <a:rect b="b" l="l" r="r" t="t"/>
              <a:pathLst>
                <a:path extrusionOk="0" h="22" w="8">
                  <a:moveTo>
                    <a:pt x="4" y="22"/>
                  </a:moveTo>
                  <a:cubicBezTo>
                    <a:pt x="4" y="22"/>
                    <a:pt x="4" y="22"/>
                    <a:pt x="4" y="22"/>
                  </a:cubicBezTo>
                  <a:cubicBezTo>
                    <a:pt x="2" y="22"/>
                    <a:pt x="0" y="20"/>
                    <a:pt x="0" y="18"/>
                  </a:cubicBezTo>
                  <a:cubicBezTo>
                    <a:pt x="0" y="4"/>
                    <a:pt x="0" y="4"/>
                    <a:pt x="0" y="4"/>
                  </a:cubicBezTo>
                  <a:cubicBezTo>
                    <a:pt x="0" y="2"/>
                    <a:pt x="2" y="0"/>
                    <a:pt x="4" y="0"/>
                  </a:cubicBezTo>
                  <a:cubicBezTo>
                    <a:pt x="4" y="0"/>
                    <a:pt x="4" y="0"/>
                    <a:pt x="4" y="0"/>
                  </a:cubicBezTo>
                  <a:cubicBezTo>
                    <a:pt x="7" y="0"/>
                    <a:pt x="8" y="2"/>
                    <a:pt x="8" y="4"/>
                  </a:cubicBezTo>
                  <a:cubicBezTo>
                    <a:pt x="8" y="18"/>
                    <a:pt x="8" y="18"/>
                    <a:pt x="8" y="18"/>
                  </a:cubicBezTo>
                  <a:cubicBezTo>
                    <a:pt x="8" y="20"/>
                    <a:pt x="7" y="22"/>
                    <a:pt x="4"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29"/>
            <p:cNvSpPr/>
            <p:nvPr/>
          </p:nvSpPr>
          <p:spPr>
            <a:xfrm>
              <a:off x="4117845" y="3953405"/>
              <a:ext cx="45722" cy="42674"/>
            </a:xfrm>
            <a:custGeom>
              <a:rect b="b" l="l" r="r" t="t"/>
              <a:pathLst>
                <a:path extrusionOk="0" h="18" w="19">
                  <a:moveTo>
                    <a:pt x="2" y="17"/>
                  </a:moveTo>
                  <a:cubicBezTo>
                    <a:pt x="2" y="17"/>
                    <a:pt x="2" y="17"/>
                    <a:pt x="2" y="17"/>
                  </a:cubicBezTo>
                  <a:cubicBezTo>
                    <a:pt x="0" y="15"/>
                    <a:pt x="0" y="13"/>
                    <a:pt x="2" y="11"/>
                  </a:cubicBezTo>
                  <a:cubicBezTo>
                    <a:pt x="12" y="1"/>
                    <a:pt x="12" y="1"/>
                    <a:pt x="12" y="1"/>
                  </a:cubicBezTo>
                  <a:cubicBezTo>
                    <a:pt x="13" y="0"/>
                    <a:pt x="16" y="0"/>
                    <a:pt x="17" y="1"/>
                  </a:cubicBezTo>
                  <a:cubicBezTo>
                    <a:pt x="17" y="1"/>
                    <a:pt x="17" y="1"/>
                    <a:pt x="17" y="1"/>
                  </a:cubicBezTo>
                  <a:cubicBezTo>
                    <a:pt x="19" y="3"/>
                    <a:pt x="19" y="6"/>
                    <a:pt x="17" y="7"/>
                  </a:cubicBezTo>
                  <a:cubicBezTo>
                    <a:pt x="8" y="17"/>
                    <a:pt x="8" y="17"/>
                    <a:pt x="8" y="17"/>
                  </a:cubicBezTo>
                  <a:cubicBezTo>
                    <a:pt x="6" y="18"/>
                    <a:pt x="3" y="18"/>
                    <a:pt x="2"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29"/>
            <p:cNvSpPr/>
            <p:nvPr/>
          </p:nvSpPr>
          <p:spPr>
            <a:xfrm>
              <a:off x="4132069" y="4013351"/>
              <a:ext cx="52834" cy="19305"/>
            </a:xfrm>
            <a:custGeom>
              <a:rect b="b" l="l" r="r" t="t"/>
              <a:pathLst>
                <a:path extrusionOk="0" h="8" w="22">
                  <a:moveTo>
                    <a:pt x="0" y="4"/>
                  </a:moveTo>
                  <a:cubicBezTo>
                    <a:pt x="0" y="4"/>
                    <a:pt x="0" y="4"/>
                    <a:pt x="0" y="4"/>
                  </a:cubicBezTo>
                  <a:cubicBezTo>
                    <a:pt x="0" y="1"/>
                    <a:pt x="2" y="0"/>
                    <a:pt x="5" y="0"/>
                  </a:cubicBezTo>
                  <a:cubicBezTo>
                    <a:pt x="18" y="0"/>
                    <a:pt x="18" y="0"/>
                    <a:pt x="18" y="0"/>
                  </a:cubicBezTo>
                  <a:cubicBezTo>
                    <a:pt x="21" y="0"/>
                    <a:pt x="22" y="1"/>
                    <a:pt x="22" y="4"/>
                  </a:cubicBezTo>
                  <a:cubicBezTo>
                    <a:pt x="22" y="4"/>
                    <a:pt x="22" y="4"/>
                    <a:pt x="22" y="4"/>
                  </a:cubicBezTo>
                  <a:cubicBezTo>
                    <a:pt x="22" y="6"/>
                    <a:pt x="21" y="8"/>
                    <a:pt x="18" y="8"/>
                  </a:cubicBezTo>
                  <a:cubicBezTo>
                    <a:pt x="5" y="8"/>
                    <a:pt x="5" y="8"/>
                    <a:pt x="5" y="8"/>
                  </a:cubicBezTo>
                  <a:cubicBezTo>
                    <a:pt x="2" y="8"/>
                    <a:pt x="0" y="6"/>
                    <a:pt x="0"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29"/>
            <p:cNvSpPr/>
            <p:nvPr/>
          </p:nvSpPr>
          <p:spPr>
            <a:xfrm>
              <a:off x="4117845" y="4046881"/>
              <a:ext cx="43690" cy="43690"/>
            </a:xfrm>
            <a:custGeom>
              <a:rect b="b" l="l" r="r" t="t"/>
              <a:pathLst>
                <a:path extrusionOk="0" h="18" w="18">
                  <a:moveTo>
                    <a:pt x="1" y="1"/>
                  </a:moveTo>
                  <a:cubicBezTo>
                    <a:pt x="1" y="1"/>
                    <a:pt x="1" y="1"/>
                    <a:pt x="1" y="1"/>
                  </a:cubicBezTo>
                  <a:cubicBezTo>
                    <a:pt x="3" y="0"/>
                    <a:pt x="6" y="0"/>
                    <a:pt x="7" y="1"/>
                  </a:cubicBezTo>
                  <a:cubicBezTo>
                    <a:pt x="17" y="11"/>
                    <a:pt x="17" y="11"/>
                    <a:pt x="17" y="11"/>
                  </a:cubicBezTo>
                  <a:cubicBezTo>
                    <a:pt x="18" y="12"/>
                    <a:pt x="18" y="15"/>
                    <a:pt x="17" y="17"/>
                  </a:cubicBezTo>
                  <a:cubicBezTo>
                    <a:pt x="17" y="17"/>
                    <a:pt x="17" y="17"/>
                    <a:pt x="17" y="17"/>
                  </a:cubicBezTo>
                  <a:cubicBezTo>
                    <a:pt x="15" y="18"/>
                    <a:pt x="13" y="18"/>
                    <a:pt x="11" y="17"/>
                  </a:cubicBezTo>
                  <a:cubicBezTo>
                    <a:pt x="1" y="7"/>
                    <a:pt x="1" y="7"/>
                    <a:pt x="1" y="7"/>
                  </a:cubicBezTo>
                  <a:cubicBezTo>
                    <a:pt x="0" y="5"/>
                    <a:pt x="0" y="3"/>
                    <a:pt x="1"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29"/>
            <p:cNvSpPr/>
            <p:nvPr/>
          </p:nvSpPr>
          <p:spPr>
            <a:xfrm>
              <a:off x="4084315" y="4062121"/>
              <a:ext cx="19305" cy="52834"/>
            </a:xfrm>
            <a:custGeom>
              <a:rect b="b" l="l" r="r" t="t"/>
              <a:pathLst>
                <a:path extrusionOk="0" h="22" w="8">
                  <a:moveTo>
                    <a:pt x="4" y="0"/>
                  </a:moveTo>
                  <a:cubicBezTo>
                    <a:pt x="4" y="0"/>
                    <a:pt x="4" y="0"/>
                    <a:pt x="4" y="0"/>
                  </a:cubicBezTo>
                  <a:cubicBezTo>
                    <a:pt x="6" y="0"/>
                    <a:pt x="8" y="2"/>
                    <a:pt x="8" y="4"/>
                  </a:cubicBezTo>
                  <a:cubicBezTo>
                    <a:pt x="8" y="18"/>
                    <a:pt x="8" y="18"/>
                    <a:pt x="8" y="18"/>
                  </a:cubicBezTo>
                  <a:cubicBezTo>
                    <a:pt x="8" y="20"/>
                    <a:pt x="6" y="22"/>
                    <a:pt x="4" y="22"/>
                  </a:cubicBezTo>
                  <a:cubicBezTo>
                    <a:pt x="4" y="22"/>
                    <a:pt x="4" y="22"/>
                    <a:pt x="4" y="22"/>
                  </a:cubicBezTo>
                  <a:cubicBezTo>
                    <a:pt x="1" y="22"/>
                    <a:pt x="0" y="20"/>
                    <a:pt x="0" y="18"/>
                  </a:cubicBezTo>
                  <a:cubicBezTo>
                    <a:pt x="0" y="4"/>
                    <a:pt x="0" y="4"/>
                    <a:pt x="0" y="4"/>
                  </a:cubicBezTo>
                  <a:cubicBezTo>
                    <a:pt x="0" y="2"/>
                    <a:pt x="1" y="0"/>
                    <a:pt x="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29"/>
            <p:cNvSpPr/>
            <p:nvPr/>
          </p:nvSpPr>
          <p:spPr>
            <a:xfrm>
              <a:off x="4023353" y="4044849"/>
              <a:ext cx="45722" cy="45722"/>
            </a:xfrm>
            <a:custGeom>
              <a:rect b="b" l="l" r="r" t="t"/>
              <a:pathLst>
                <a:path extrusionOk="0" h="19" w="19">
                  <a:moveTo>
                    <a:pt x="17" y="2"/>
                  </a:moveTo>
                  <a:cubicBezTo>
                    <a:pt x="17" y="2"/>
                    <a:pt x="17" y="2"/>
                    <a:pt x="17" y="2"/>
                  </a:cubicBezTo>
                  <a:cubicBezTo>
                    <a:pt x="19" y="3"/>
                    <a:pt x="19" y="6"/>
                    <a:pt x="17" y="7"/>
                  </a:cubicBezTo>
                  <a:cubicBezTo>
                    <a:pt x="7" y="17"/>
                    <a:pt x="7" y="17"/>
                    <a:pt x="7" y="17"/>
                  </a:cubicBezTo>
                  <a:cubicBezTo>
                    <a:pt x="6" y="19"/>
                    <a:pt x="3" y="19"/>
                    <a:pt x="2" y="17"/>
                  </a:cubicBezTo>
                  <a:cubicBezTo>
                    <a:pt x="2" y="17"/>
                    <a:pt x="2" y="17"/>
                    <a:pt x="2" y="17"/>
                  </a:cubicBezTo>
                  <a:cubicBezTo>
                    <a:pt x="0" y="16"/>
                    <a:pt x="0" y="13"/>
                    <a:pt x="2" y="11"/>
                  </a:cubicBezTo>
                  <a:cubicBezTo>
                    <a:pt x="11" y="2"/>
                    <a:pt x="11" y="2"/>
                    <a:pt x="11" y="2"/>
                  </a:cubicBezTo>
                  <a:cubicBezTo>
                    <a:pt x="13" y="0"/>
                    <a:pt x="15" y="0"/>
                    <a:pt x="1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29"/>
            <p:cNvSpPr/>
            <p:nvPr/>
          </p:nvSpPr>
          <p:spPr>
            <a:xfrm>
              <a:off x="4002016" y="4011319"/>
              <a:ext cx="50802" cy="19305"/>
            </a:xfrm>
            <a:custGeom>
              <a:rect b="b" l="l" r="r" t="t"/>
              <a:pathLst>
                <a:path extrusionOk="0" h="8" w="21">
                  <a:moveTo>
                    <a:pt x="21" y="4"/>
                  </a:moveTo>
                  <a:cubicBezTo>
                    <a:pt x="21" y="4"/>
                    <a:pt x="21" y="4"/>
                    <a:pt x="21" y="4"/>
                  </a:cubicBezTo>
                  <a:cubicBezTo>
                    <a:pt x="21" y="6"/>
                    <a:pt x="20" y="8"/>
                    <a:pt x="17" y="8"/>
                  </a:cubicBezTo>
                  <a:cubicBezTo>
                    <a:pt x="4" y="8"/>
                    <a:pt x="4" y="8"/>
                    <a:pt x="4" y="8"/>
                  </a:cubicBezTo>
                  <a:cubicBezTo>
                    <a:pt x="1" y="8"/>
                    <a:pt x="0" y="6"/>
                    <a:pt x="0" y="4"/>
                  </a:cubicBezTo>
                  <a:cubicBezTo>
                    <a:pt x="0" y="4"/>
                    <a:pt x="0" y="4"/>
                    <a:pt x="0" y="4"/>
                  </a:cubicBezTo>
                  <a:cubicBezTo>
                    <a:pt x="0" y="2"/>
                    <a:pt x="1" y="0"/>
                    <a:pt x="4" y="0"/>
                  </a:cubicBezTo>
                  <a:cubicBezTo>
                    <a:pt x="17" y="0"/>
                    <a:pt x="17" y="0"/>
                    <a:pt x="17" y="0"/>
                  </a:cubicBezTo>
                  <a:cubicBezTo>
                    <a:pt x="20" y="0"/>
                    <a:pt x="21" y="2"/>
                    <a:pt x="21"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29"/>
            <p:cNvSpPr/>
            <p:nvPr/>
          </p:nvSpPr>
          <p:spPr>
            <a:xfrm>
              <a:off x="4023353" y="3950357"/>
              <a:ext cx="45722" cy="45722"/>
            </a:xfrm>
            <a:custGeom>
              <a:rect b="b" l="l" r="r" t="t"/>
              <a:pathLst>
                <a:path extrusionOk="0" h="19" w="19">
                  <a:moveTo>
                    <a:pt x="17" y="17"/>
                  </a:moveTo>
                  <a:cubicBezTo>
                    <a:pt x="17" y="17"/>
                    <a:pt x="17" y="17"/>
                    <a:pt x="17" y="17"/>
                  </a:cubicBezTo>
                  <a:cubicBezTo>
                    <a:pt x="16" y="19"/>
                    <a:pt x="13" y="19"/>
                    <a:pt x="12" y="17"/>
                  </a:cubicBezTo>
                  <a:cubicBezTo>
                    <a:pt x="2" y="8"/>
                    <a:pt x="2" y="8"/>
                    <a:pt x="2" y="8"/>
                  </a:cubicBezTo>
                  <a:cubicBezTo>
                    <a:pt x="0" y="6"/>
                    <a:pt x="0" y="3"/>
                    <a:pt x="2" y="2"/>
                  </a:cubicBezTo>
                  <a:cubicBezTo>
                    <a:pt x="2" y="2"/>
                    <a:pt x="2" y="2"/>
                    <a:pt x="2" y="2"/>
                  </a:cubicBezTo>
                  <a:cubicBezTo>
                    <a:pt x="4" y="0"/>
                    <a:pt x="6" y="0"/>
                    <a:pt x="8" y="2"/>
                  </a:cubicBezTo>
                  <a:cubicBezTo>
                    <a:pt x="17" y="12"/>
                    <a:pt x="17" y="12"/>
                    <a:pt x="17" y="12"/>
                  </a:cubicBezTo>
                  <a:cubicBezTo>
                    <a:pt x="19" y="13"/>
                    <a:pt x="19" y="16"/>
                    <a:pt x="17"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2" name="Google Shape;322;p29"/>
            <p:cNvGrpSpPr/>
            <p:nvPr/>
          </p:nvGrpSpPr>
          <p:grpSpPr>
            <a:xfrm>
              <a:off x="3596291" y="2097038"/>
              <a:ext cx="470136" cy="471525"/>
              <a:chOff x="6972458" y="1244768"/>
              <a:chExt cx="406200" cy="407400"/>
            </a:xfrm>
          </p:grpSpPr>
          <p:sp>
            <p:nvSpPr>
              <p:cNvPr id="323" name="Google Shape;323;p29"/>
              <p:cNvSpPr/>
              <p:nvPr/>
            </p:nvSpPr>
            <p:spPr>
              <a:xfrm>
                <a:off x="6972458" y="1244768"/>
                <a:ext cx="406200" cy="40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29"/>
              <p:cNvSpPr/>
              <p:nvPr/>
            </p:nvSpPr>
            <p:spPr>
              <a:xfrm>
                <a:off x="7001427" y="1276370"/>
                <a:ext cx="345900" cy="344100"/>
              </a:xfrm>
              <a:prstGeom prst="ellipse">
                <a:avLst/>
              </a:prstGeom>
              <a:noFill/>
              <a:ln cap="flat" cmpd="sng" w="15875">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29"/>
              <p:cNvSpPr/>
              <p:nvPr/>
            </p:nvSpPr>
            <p:spPr>
              <a:xfrm>
                <a:off x="7107644" y="1336940"/>
                <a:ext cx="133430" cy="225603"/>
              </a:xfrm>
              <a:custGeom>
                <a:rect b="b" l="l" r="r" t="t"/>
                <a:pathLst>
                  <a:path extrusionOk="0" h="108" w="64">
                    <a:moveTo>
                      <a:pt x="28" y="98"/>
                    </a:moveTo>
                    <a:cubicBezTo>
                      <a:pt x="12" y="96"/>
                      <a:pt x="1" y="88"/>
                      <a:pt x="0" y="73"/>
                    </a:cubicBezTo>
                    <a:cubicBezTo>
                      <a:pt x="19" y="73"/>
                      <a:pt x="19" y="73"/>
                      <a:pt x="19" y="73"/>
                    </a:cubicBezTo>
                    <a:cubicBezTo>
                      <a:pt x="19" y="79"/>
                      <a:pt x="22" y="82"/>
                      <a:pt x="28" y="84"/>
                    </a:cubicBezTo>
                    <a:cubicBezTo>
                      <a:pt x="28" y="60"/>
                      <a:pt x="28" y="60"/>
                      <a:pt x="28" y="60"/>
                    </a:cubicBezTo>
                    <a:cubicBezTo>
                      <a:pt x="15" y="57"/>
                      <a:pt x="0" y="53"/>
                      <a:pt x="0" y="35"/>
                    </a:cubicBezTo>
                    <a:cubicBezTo>
                      <a:pt x="0" y="20"/>
                      <a:pt x="12" y="11"/>
                      <a:pt x="28" y="10"/>
                    </a:cubicBezTo>
                    <a:cubicBezTo>
                      <a:pt x="28" y="0"/>
                      <a:pt x="28" y="0"/>
                      <a:pt x="28" y="0"/>
                    </a:cubicBezTo>
                    <a:cubicBezTo>
                      <a:pt x="36" y="0"/>
                      <a:pt x="36" y="0"/>
                      <a:pt x="36" y="0"/>
                    </a:cubicBezTo>
                    <a:cubicBezTo>
                      <a:pt x="36" y="10"/>
                      <a:pt x="36" y="10"/>
                      <a:pt x="36" y="10"/>
                    </a:cubicBezTo>
                    <a:cubicBezTo>
                      <a:pt x="51" y="11"/>
                      <a:pt x="62" y="19"/>
                      <a:pt x="63" y="34"/>
                    </a:cubicBezTo>
                    <a:cubicBezTo>
                      <a:pt x="44" y="34"/>
                      <a:pt x="44" y="34"/>
                      <a:pt x="44" y="34"/>
                    </a:cubicBezTo>
                    <a:cubicBezTo>
                      <a:pt x="44" y="29"/>
                      <a:pt x="41" y="25"/>
                      <a:pt x="36" y="24"/>
                    </a:cubicBezTo>
                    <a:cubicBezTo>
                      <a:pt x="36" y="47"/>
                      <a:pt x="36" y="47"/>
                      <a:pt x="36" y="47"/>
                    </a:cubicBezTo>
                    <a:cubicBezTo>
                      <a:pt x="49" y="51"/>
                      <a:pt x="64" y="54"/>
                      <a:pt x="64" y="72"/>
                    </a:cubicBezTo>
                    <a:cubicBezTo>
                      <a:pt x="64" y="85"/>
                      <a:pt x="54" y="97"/>
                      <a:pt x="36" y="98"/>
                    </a:cubicBezTo>
                    <a:cubicBezTo>
                      <a:pt x="36" y="108"/>
                      <a:pt x="36" y="108"/>
                      <a:pt x="36" y="108"/>
                    </a:cubicBezTo>
                    <a:cubicBezTo>
                      <a:pt x="28" y="108"/>
                      <a:pt x="28" y="108"/>
                      <a:pt x="28" y="108"/>
                    </a:cubicBezTo>
                    <a:lnTo>
                      <a:pt x="28" y="98"/>
                    </a:lnTo>
                    <a:close/>
                    <a:moveTo>
                      <a:pt x="28" y="45"/>
                    </a:moveTo>
                    <a:cubicBezTo>
                      <a:pt x="28" y="24"/>
                      <a:pt x="28" y="24"/>
                      <a:pt x="28" y="24"/>
                    </a:cubicBezTo>
                    <a:cubicBezTo>
                      <a:pt x="22" y="24"/>
                      <a:pt x="18" y="28"/>
                      <a:pt x="18" y="34"/>
                    </a:cubicBezTo>
                    <a:cubicBezTo>
                      <a:pt x="18" y="40"/>
                      <a:pt x="22" y="43"/>
                      <a:pt x="28" y="45"/>
                    </a:cubicBezTo>
                    <a:close/>
                    <a:moveTo>
                      <a:pt x="36" y="62"/>
                    </a:moveTo>
                    <a:cubicBezTo>
                      <a:pt x="36" y="84"/>
                      <a:pt x="36" y="84"/>
                      <a:pt x="36" y="84"/>
                    </a:cubicBezTo>
                    <a:cubicBezTo>
                      <a:pt x="42" y="83"/>
                      <a:pt x="46" y="79"/>
                      <a:pt x="46" y="73"/>
                    </a:cubicBezTo>
                    <a:cubicBezTo>
                      <a:pt x="46" y="67"/>
                      <a:pt x="42" y="64"/>
                      <a:pt x="36" y="6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6" name="Google Shape;326;p29"/>
            <p:cNvSpPr/>
            <p:nvPr/>
          </p:nvSpPr>
          <p:spPr>
            <a:xfrm>
              <a:off x="1337961" y="2689449"/>
              <a:ext cx="2463905" cy="1760801"/>
            </a:xfrm>
            <a:custGeom>
              <a:rect b="b" l="l" r="r" t="t"/>
              <a:pathLst>
                <a:path extrusionOk="0" h="729" w="1021">
                  <a:moveTo>
                    <a:pt x="1021" y="101"/>
                  </a:moveTo>
                  <a:cubicBezTo>
                    <a:pt x="1021" y="629"/>
                    <a:pt x="1021" y="629"/>
                    <a:pt x="1021" y="629"/>
                  </a:cubicBezTo>
                  <a:cubicBezTo>
                    <a:pt x="1021" y="684"/>
                    <a:pt x="976" y="729"/>
                    <a:pt x="922" y="729"/>
                  </a:cubicBezTo>
                  <a:cubicBezTo>
                    <a:pt x="100" y="729"/>
                    <a:pt x="100" y="729"/>
                    <a:pt x="100" y="729"/>
                  </a:cubicBezTo>
                  <a:cubicBezTo>
                    <a:pt x="45" y="729"/>
                    <a:pt x="0" y="684"/>
                    <a:pt x="0" y="629"/>
                  </a:cubicBezTo>
                  <a:cubicBezTo>
                    <a:pt x="0" y="101"/>
                    <a:pt x="0" y="101"/>
                    <a:pt x="0" y="101"/>
                  </a:cubicBezTo>
                  <a:cubicBezTo>
                    <a:pt x="0" y="45"/>
                    <a:pt x="45" y="0"/>
                    <a:pt x="100" y="0"/>
                  </a:cubicBezTo>
                  <a:cubicBezTo>
                    <a:pt x="922" y="0"/>
                    <a:pt x="922" y="0"/>
                    <a:pt x="922" y="0"/>
                  </a:cubicBezTo>
                  <a:cubicBezTo>
                    <a:pt x="976" y="0"/>
                    <a:pt x="1021" y="45"/>
                    <a:pt x="1021" y="10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29"/>
            <p:cNvSpPr/>
            <p:nvPr/>
          </p:nvSpPr>
          <p:spPr>
            <a:xfrm>
              <a:off x="1887641" y="2472016"/>
              <a:ext cx="1395028" cy="324118"/>
            </a:xfrm>
            <a:custGeom>
              <a:rect b="b" l="l" r="r" t="t"/>
              <a:pathLst>
                <a:path extrusionOk="0" h="134" w="578">
                  <a:moveTo>
                    <a:pt x="493" y="27"/>
                  </a:moveTo>
                  <a:cubicBezTo>
                    <a:pt x="474" y="9"/>
                    <a:pt x="449" y="0"/>
                    <a:pt x="423" y="0"/>
                  </a:cubicBezTo>
                  <a:cubicBezTo>
                    <a:pt x="315" y="0"/>
                    <a:pt x="315" y="0"/>
                    <a:pt x="315" y="0"/>
                  </a:cubicBezTo>
                  <a:cubicBezTo>
                    <a:pt x="263" y="0"/>
                    <a:pt x="263" y="0"/>
                    <a:pt x="263" y="0"/>
                  </a:cubicBezTo>
                  <a:cubicBezTo>
                    <a:pt x="155" y="0"/>
                    <a:pt x="155" y="0"/>
                    <a:pt x="155" y="0"/>
                  </a:cubicBezTo>
                  <a:cubicBezTo>
                    <a:pt x="129" y="0"/>
                    <a:pt x="104" y="9"/>
                    <a:pt x="85" y="27"/>
                  </a:cubicBezTo>
                  <a:cubicBezTo>
                    <a:pt x="0" y="106"/>
                    <a:pt x="0" y="106"/>
                    <a:pt x="0" y="106"/>
                  </a:cubicBezTo>
                  <a:cubicBezTo>
                    <a:pt x="25" y="134"/>
                    <a:pt x="25" y="134"/>
                    <a:pt x="25" y="134"/>
                  </a:cubicBezTo>
                  <a:cubicBezTo>
                    <a:pt x="111" y="55"/>
                    <a:pt x="111" y="55"/>
                    <a:pt x="111" y="55"/>
                  </a:cubicBezTo>
                  <a:cubicBezTo>
                    <a:pt x="123" y="44"/>
                    <a:pt x="138" y="37"/>
                    <a:pt x="155" y="37"/>
                  </a:cubicBezTo>
                  <a:cubicBezTo>
                    <a:pt x="263" y="37"/>
                    <a:pt x="263" y="37"/>
                    <a:pt x="263" y="37"/>
                  </a:cubicBezTo>
                  <a:cubicBezTo>
                    <a:pt x="315" y="37"/>
                    <a:pt x="315" y="37"/>
                    <a:pt x="315" y="37"/>
                  </a:cubicBezTo>
                  <a:cubicBezTo>
                    <a:pt x="423" y="37"/>
                    <a:pt x="423" y="37"/>
                    <a:pt x="423" y="37"/>
                  </a:cubicBezTo>
                  <a:cubicBezTo>
                    <a:pt x="440" y="37"/>
                    <a:pt x="455" y="44"/>
                    <a:pt x="467" y="55"/>
                  </a:cubicBezTo>
                  <a:cubicBezTo>
                    <a:pt x="552" y="134"/>
                    <a:pt x="552" y="134"/>
                    <a:pt x="552" y="134"/>
                  </a:cubicBezTo>
                  <a:cubicBezTo>
                    <a:pt x="578" y="106"/>
                    <a:pt x="578" y="106"/>
                    <a:pt x="578" y="106"/>
                  </a:cubicBezTo>
                  <a:lnTo>
                    <a:pt x="493" y="27"/>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29"/>
            <p:cNvSpPr/>
            <p:nvPr/>
          </p:nvSpPr>
          <p:spPr>
            <a:xfrm>
              <a:off x="2136561" y="2431374"/>
              <a:ext cx="808770" cy="166631"/>
            </a:xfrm>
            <a:custGeom>
              <a:rect b="b" l="l" r="r" t="t"/>
              <a:pathLst>
                <a:path extrusionOk="0" h="69" w="335">
                  <a:moveTo>
                    <a:pt x="313" y="69"/>
                  </a:moveTo>
                  <a:cubicBezTo>
                    <a:pt x="23" y="69"/>
                    <a:pt x="23" y="69"/>
                    <a:pt x="23" y="69"/>
                  </a:cubicBezTo>
                  <a:cubicBezTo>
                    <a:pt x="11" y="69"/>
                    <a:pt x="0" y="59"/>
                    <a:pt x="0" y="46"/>
                  </a:cubicBezTo>
                  <a:cubicBezTo>
                    <a:pt x="0" y="23"/>
                    <a:pt x="0" y="23"/>
                    <a:pt x="0" y="23"/>
                  </a:cubicBezTo>
                  <a:cubicBezTo>
                    <a:pt x="0" y="10"/>
                    <a:pt x="11" y="0"/>
                    <a:pt x="23" y="0"/>
                  </a:cubicBezTo>
                  <a:cubicBezTo>
                    <a:pt x="313" y="0"/>
                    <a:pt x="313" y="0"/>
                    <a:pt x="313" y="0"/>
                  </a:cubicBezTo>
                  <a:cubicBezTo>
                    <a:pt x="325" y="0"/>
                    <a:pt x="335" y="10"/>
                    <a:pt x="335" y="23"/>
                  </a:cubicBezTo>
                  <a:cubicBezTo>
                    <a:pt x="335" y="46"/>
                    <a:pt x="335" y="46"/>
                    <a:pt x="335" y="46"/>
                  </a:cubicBezTo>
                  <a:cubicBezTo>
                    <a:pt x="335" y="59"/>
                    <a:pt x="325" y="69"/>
                    <a:pt x="313" y="6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29"/>
            <p:cNvSpPr/>
            <p:nvPr/>
          </p:nvSpPr>
          <p:spPr>
            <a:xfrm>
              <a:off x="1337961" y="4136293"/>
              <a:ext cx="330215" cy="313957"/>
            </a:xfrm>
            <a:custGeom>
              <a:rect b="b" l="l" r="r" t="t"/>
              <a:pathLst>
                <a:path extrusionOk="0" h="130" w="137">
                  <a:moveTo>
                    <a:pt x="137" y="96"/>
                  </a:moveTo>
                  <a:cubicBezTo>
                    <a:pt x="137" y="107"/>
                    <a:pt x="135" y="119"/>
                    <a:pt x="131" y="130"/>
                  </a:cubicBezTo>
                  <a:cubicBezTo>
                    <a:pt x="100" y="130"/>
                    <a:pt x="100" y="130"/>
                    <a:pt x="100" y="130"/>
                  </a:cubicBezTo>
                  <a:cubicBezTo>
                    <a:pt x="45" y="130"/>
                    <a:pt x="0" y="85"/>
                    <a:pt x="0" y="30"/>
                  </a:cubicBezTo>
                  <a:cubicBezTo>
                    <a:pt x="0" y="9"/>
                    <a:pt x="0" y="9"/>
                    <a:pt x="0" y="9"/>
                  </a:cubicBezTo>
                  <a:cubicBezTo>
                    <a:pt x="12" y="3"/>
                    <a:pt x="27" y="0"/>
                    <a:pt x="41" y="0"/>
                  </a:cubicBezTo>
                  <a:cubicBezTo>
                    <a:pt x="94" y="0"/>
                    <a:pt x="137" y="42"/>
                    <a:pt x="137" y="9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29"/>
            <p:cNvSpPr/>
            <p:nvPr/>
          </p:nvSpPr>
          <p:spPr>
            <a:xfrm>
              <a:off x="3473683" y="4136293"/>
              <a:ext cx="328182" cy="313957"/>
            </a:xfrm>
            <a:custGeom>
              <a:rect b="b" l="l" r="r" t="t"/>
              <a:pathLst>
                <a:path extrusionOk="0" h="130" w="136">
                  <a:moveTo>
                    <a:pt x="136" y="9"/>
                  </a:moveTo>
                  <a:cubicBezTo>
                    <a:pt x="136" y="30"/>
                    <a:pt x="136" y="30"/>
                    <a:pt x="136" y="30"/>
                  </a:cubicBezTo>
                  <a:cubicBezTo>
                    <a:pt x="136" y="85"/>
                    <a:pt x="91" y="130"/>
                    <a:pt x="37" y="130"/>
                  </a:cubicBezTo>
                  <a:cubicBezTo>
                    <a:pt x="6" y="130"/>
                    <a:pt x="6" y="130"/>
                    <a:pt x="6" y="130"/>
                  </a:cubicBezTo>
                  <a:cubicBezTo>
                    <a:pt x="2" y="119"/>
                    <a:pt x="0" y="107"/>
                    <a:pt x="0" y="96"/>
                  </a:cubicBezTo>
                  <a:cubicBezTo>
                    <a:pt x="0" y="42"/>
                    <a:pt x="43" y="0"/>
                    <a:pt x="95" y="0"/>
                  </a:cubicBezTo>
                  <a:cubicBezTo>
                    <a:pt x="110" y="0"/>
                    <a:pt x="124" y="3"/>
                    <a:pt x="136"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29"/>
            <p:cNvSpPr/>
            <p:nvPr/>
          </p:nvSpPr>
          <p:spPr>
            <a:xfrm>
              <a:off x="1325775" y="2880475"/>
              <a:ext cx="2463926" cy="903250"/>
            </a:xfrm>
            <a:custGeom>
              <a:rect b="b" l="l" r="r" t="t"/>
              <a:pathLst>
                <a:path extrusionOk="0" h="374" w="1044">
                  <a:moveTo>
                    <a:pt x="1044" y="0"/>
                  </a:moveTo>
                  <a:cubicBezTo>
                    <a:pt x="1044" y="0"/>
                    <a:pt x="1044" y="0"/>
                    <a:pt x="1044" y="0"/>
                  </a:cubicBezTo>
                  <a:cubicBezTo>
                    <a:pt x="1044" y="206"/>
                    <a:pt x="872" y="374"/>
                    <a:pt x="662" y="374"/>
                  </a:cubicBezTo>
                  <a:cubicBezTo>
                    <a:pt x="382" y="374"/>
                    <a:pt x="382" y="374"/>
                    <a:pt x="382" y="374"/>
                  </a:cubicBezTo>
                  <a:cubicBezTo>
                    <a:pt x="172" y="374"/>
                    <a:pt x="0" y="206"/>
                    <a:pt x="0" y="0"/>
                  </a:cubicBezTo>
                  <a:cubicBezTo>
                    <a:pt x="0" y="0"/>
                    <a:pt x="0" y="0"/>
                    <a:pt x="0" y="0"/>
                  </a:cubicBezTo>
                </a:path>
              </a:pathLst>
            </a:custGeom>
            <a:noFill/>
            <a:ln cap="rnd" cmpd="sng" w="412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29"/>
            <p:cNvSpPr/>
            <p:nvPr/>
          </p:nvSpPr>
          <p:spPr>
            <a:xfrm>
              <a:off x="1943523" y="3534796"/>
              <a:ext cx="166631" cy="403369"/>
            </a:xfrm>
            <a:custGeom>
              <a:rect b="b" l="l" r="r" t="t"/>
              <a:pathLst>
                <a:path extrusionOk="0" h="167" w="69">
                  <a:moveTo>
                    <a:pt x="0" y="151"/>
                  </a:moveTo>
                  <a:cubicBezTo>
                    <a:pt x="0" y="16"/>
                    <a:pt x="0" y="16"/>
                    <a:pt x="0" y="16"/>
                  </a:cubicBezTo>
                  <a:cubicBezTo>
                    <a:pt x="0" y="7"/>
                    <a:pt x="7" y="0"/>
                    <a:pt x="16" y="0"/>
                  </a:cubicBezTo>
                  <a:cubicBezTo>
                    <a:pt x="53" y="0"/>
                    <a:pt x="53" y="0"/>
                    <a:pt x="53" y="0"/>
                  </a:cubicBezTo>
                  <a:cubicBezTo>
                    <a:pt x="62" y="0"/>
                    <a:pt x="69" y="7"/>
                    <a:pt x="69" y="16"/>
                  </a:cubicBezTo>
                  <a:cubicBezTo>
                    <a:pt x="69" y="151"/>
                    <a:pt x="69" y="151"/>
                    <a:pt x="69" y="151"/>
                  </a:cubicBezTo>
                  <a:cubicBezTo>
                    <a:pt x="69" y="160"/>
                    <a:pt x="62" y="167"/>
                    <a:pt x="53" y="167"/>
                  </a:cubicBezTo>
                  <a:cubicBezTo>
                    <a:pt x="16" y="167"/>
                    <a:pt x="16" y="167"/>
                    <a:pt x="16" y="167"/>
                  </a:cubicBezTo>
                  <a:cubicBezTo>
                    <a:pt x="7" y="167"/>
                    <a:pt x="0" y="160"/>
                    <a:pt x="0" y="15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29"/>
            <p:cNvSpPr/>
            <p:nvPr/>
          </p:nvSpPr>
          <p:spPr>
            <a:xfrm>
              <a:off x="1943523" y="3822335"/>
              <a:ext cx="166800" cy="36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29"/>
            <p:cNvSpPr/>
            <p:nvPr/>
          </p:nvSpPr>
          <p:spPr>
            <a:xfrm>
              <a:off x="3061170" y="3534796"/>
              <a:ext cx="166631" cy="403369"/>
            </a:xfrm>
            <a:custGeom>
              <a:rect b="b" l="l" r="r" t="t"/>
              <a:pathLst>
                <a:path extrusionOk="0" h="167" w="69">
                  <a:moveTo>
                    <a:pt x="0" y="151"/>
                  </a:moveTo>
                  <a:cubicBezTo>
                    <a:pt x="0" y="16"/>
                    <a:pt x="0" y="16"/>
                    <a:pt x="0" y="16"/>
                  </a:cubicBezTo>
                  <a:cubicBezTo>
                    <a:pt x="0" y="7"/>
                    <a:pt x="7" y="0"/>
                    <a:pt x="16" y="0"/>
                  </a:cubicBezTo>
                  <a:cubicBezTo>
                    <a:pt x="53" y="0"/>
                    <a:pt x="53" y="0"/>
                    <a:pt x="53" y="0"/>
                  </a:cubicBezTo>
                  <a:cubicBezTo>
                    <a:pt x="62" y="0"/>
                    <a:pt x="69" y="7"/>
                    <a:pt x="69" y="16"/>
                  </a:cubicBezTo>
                  <a:cubicBezTo>
                    <a:pt x="69" y="151"/>
                    <a:pt x="69" y="151"/>
                    <a:pt x="69" y="151"/>
                  </a:cubicBezTo>
                  <a:cubicBezTo>
                    <a:pt x="69" y="160"/>
                    <a:pt x="62" y="167"/>
                    <a:pt x="53" y="167"/>
                  </a:cubicBezTo>
                  <a:cubicBezTo>
                    <a:pt x="16" y="167"/>
                    <a:pt x="16" y="167"/>
                    <a:pt x="16" y="167"/>
                  </a:cubicBezTo>
                  <a:cubicBezTo>
                    <a:pt x="7" y="167"/>
                    <a:pt x="0" y="160"/>
                    <a:pt x="0" y="15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29"/>
            <p:cNvSpPr/>
            <p:nvPr/>
          </p:nvSpPr>
          <p:spPr>
            <a:xfrm>
              <a:off x="3061170" y="3822335"/>
              <a:ext cx="166800" cy="36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29"/>
            <p:cNvSpPr/>
            <p:nvPr/>
          </p:nvSpPr>
          <p:spPr>
            <a:xfrm>
              <a:off x="987426" y="2454743"/>
              <a:ext cx="726471" cy="962193"/>
            </a:xfrm>
            <a:custGeom>
              <a:rect b="b" l="l" r="r" t="t"/>
              <a:pathLst>
                <a:path extrusionOk="0" h="398" w="301">
                  <a:moveTo>
                    <a:pt x="262" y="398"/>
                  </a:moveTo>
                  <a:cubicBezTo>
                    <a:pt x="39" y="398"/>
                    <a:pt x="39" y="398"/>
                    <a:pt x="39" y="398"/>
                  </a:cubicBezTo>
                  <a:cubicBezTo>
                    <a:pt x="17" y="398"/>
                    <a:pt x="0" y="380"/>
                    <a:pt x="0" y="359"/>
                  </a:cubicBezTo>
                  <a:cubicBezTo>
                    <a:pt x="0" y="39"/>
                    <a:pt x="0" y="39"/>
                    <a:pt x="0" y="39"/>
                  </a:cubicBezTo>
                  <a:cubicBezTo>
                    <a:pt x="0" y="18"/>
                    <a:pt x="17" y="0"/>
                    <a:pt x="39" y="0"/>
                  </a:cubicBezTo>
                  <a:cubicBezTo>
                    <a:pt x="262" y="0"/>
                    <a:pt x="262" y="0"/>
                    <a:pt x="262" y="0"/>
                  </a:cubicBezTo>
                  <a:cubicBezTo>
                    <a:pt x="283" y="0"/>
                    <a:pt x="301" y="18"/>
                    <a:pt x="301" y="39"/>
                  </a:cubicBezTo>
                  <a:cubicBezTo>
                    <a:pt x="301" y="359"/>
                    <a:pt x="301" y="359"/>
                    <a:pt x="301" y="359"/>
                  </a:cubicBezTo>
                  <a:cubicBezTo>
                    <a:pt x="301" y="380"/>
                    <a:pt x="283" y="398"/>
                    <a:pt x="262" y="39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29"/>
            <p:cNvSpPr/>
            <p:nvPr/>
          </p:nvSpPr>
          <p:spPr>
            <a:xfrm>
              <a:off x="1060581" y="2556347"/>
              <a:ext cx="579145" cy="191016"/>
            </a:xfrm>
            <a:custGeom>
              <a:rect b="b" l="l" r="r" t="t"/>
              <a:pathLst>
                <a:path extrusionOk="0" h="79" w="240">
                  <a:moveTo>
                    <a:pt x="234" y="79"/>
                  </a:moveTo>
                  <a:cubicBezTo>
                    <a:pt x="6" y="79"/>
                    <a:pt x="6" y="79"/>
                    <a:pt x="6" y="79"/>
                  </a:cubicBezTo>
                  <a:cubicBezTo>
                    <a:pt x="3" y="79"/>
                    <a:pt x="0" y="77"/>
                    <a:pt x="0" y="74"/>
                  </a:cubicBezTo>
                  <a:cubicBezTo>
                    <a:pt x="0" y="6"/>
                    <a:pt x="0" y="6"/>
                    <a:pt x="0" y="6"/>
                  </a:cubicBezTo>
                  <a:cubicBezTo>
                    <a:pt x="0" y="2"/>
                    <a:pt x="3" y="0"/>
                    <a:pt x="6" y="0"/>
                  </a:cubicBezTo>
                  <a:cubicBezTo>
                    <a:pt x="234" y="0"/>
                    <a:pt x="234" y="0"/>
                    <a:pt x="234" y="0"/>
                  </a:cubicBezTo>
                  <a:cubicBezTo>
                    <a:pt x="238" y="0"/>
                    <a:pt x="240" y="2"/>
                    <a:pt x="240" y="6"/>
                  </a:cubicBezTo>
                  <a:cubicBezTo>
                    <a:pt x="240" y="74"/>
                    <a:pt x="240" y="74"/>
                    <a:pt x="240" y="74"/>
                  </a:cubicBezTo>
                  <a:cubicBezTo>
                    <a:pt x="240" y="77"/>
                    <a:pt x="238" y="79"/>
                    <a:pt x="234" y="7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29"/>
            <p:cNvSpPr/>
            <p:nvPr/>
          </p:nvSpPr>
          <p:spPr>
            <a:xfrm>
              <a:off x="1061094" y="2827630"/>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29"/>
            <p:cNvSpPr/>
            <p:nvPr/>
          </p:nvSpPr>
          <p:spPr>
            <a:xfrm>
              <a:off x="1212484"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29"/>
            <p:cNvSpPr/>
            <p:nvPr/>
          </p:nvSpPr>
          <p:spPr>
            <a:xfrm>
              <a:off x="1364891"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29"/>
            <p:cNvSpPr/>
            <p:nvPr/>
          </p:nvSpPr>
          <p:spPr>
            <a:xfrm>
              <a:off x="1514249"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29"/>
            <p:cNvSpPr/>
            <p:nvPr/>
          </p:nvSpPr>
          <p:spPr>
            <a:xfrm>
              <a:off x="1061094" y="2957684"/>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29"/>
            <p:cNvSpPr/>
            <p:nvPr/>
          </p:nvSpPr>
          <p:spPr>
            <a:xfrm>
              <a:off x="1212484"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29"/>
            <p:cNvSpPr/>
            <p:nvPr/>
          </p:nvSpPr>
          <p:spPr>
            <a:xfrm>
              <a:off x="1364378"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29"/>
            <p:cNvSpPr/>
            <p:nvPr/>
          </p:nvSpPr>
          <p:spPr>
            <a:xfrm>
              <a:off x="1513737"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29"/>
            <p:cNvSpPr/>
            <p:nvPr/>
          </p:nvSpPr>
          <p:spPr>
            <a:xfrm>
              <a:off x="1061094" y="3087737"/>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29"/>
            <p:cNvSpPr/>
            <p:nvPr/>
          </p:nvSpPr>
          <p:spPr>
            <a:xfrm>
              <a:off x="1211972" y="3087737"/>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29"/>
            <p:cNvSpPr/>
            <p:nvPr/>
          </p:nvSpPr>
          <p:spPr>
            <a:xfrm>
              <a:off x="1364891" y="3087737"/>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29"/>
            <p:cNvSpPr/>
            <p:nvPr/>
          </p:nvSpPr>
          <p:spPr>
            <a:xfrm>
              <a:off x="1060581" y="3218806"/>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29"/>
            <p:cNvSpPr/>
            <p:nvPr/>
          </p:nvSpPr>
          <p:spPr>
            <a:xfrm>
              <a:off x="1211972" y="3218806"/>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29"/>
            <p:cNvSpPr/>
            <p:nvPr/>
          </p:nvSpPr>
          <p:spPr>
            <a:xfrm>
              <a:off x="1364378" y="3218806"/>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29"/>
            <p:cNvSpPr/>
            <p:nvPr/>
          </p:nvSpPr>
          <p:spPr>
            <a:xfrm>
              <a:off x="1514249" y="3087737"/>
              <a:ext cx="125989" cy="227594"/>
            </a:xfrm>
            <a:custGeom>
              <a:rect b="b" l="l" r="r" t="t"/>
              <a:pathLst>
                <a:path extrusionOk="0" h="94" w="52">
                  <a:moveTo>
                    <a:pt x="50" y="0"/>
                  </a:moveTo>
                  <a:cubicBezTo>
                    <a:pt x="2" y="0"/>
                    <a:pt x="2" y="0"/>
                    <a:pt x="2" y="0"/>
                  </a:cubicBezTo>
                  <a:cubicBezTo>
                    <a:pt x="1" y="0"/>
                    <a:pt x="0" y="1"/>
                    <a:pt x="0" y="2"/>
                  </a:cubicBezTo>
                  <a:cubicBezTo>
                    <a:pt x="0" y="23"/>
                    <a:pt x="0" y="23"/>
                    <a:pt x="0" y="23"/>
                  </a:cubicBezTo>
                  <a:cubicBezTo>
                    <a:pt x="0" y="38"/>
                    <a:pt x="0" y="38"/>
                    <a:pt x="0" y="38"/>
                  </a:cubicBezTo>
                  <a:cubicBezTo>
                    <a:pt x="0" y="92"/>
                    <a:pt x="0" y="92"/>
                    <a:pt x="0" y="92"/>
                  </a:cubicBezTo>
                  <a:cubicBezTo>
                    <a:pt x="0" y="93"/>
                    <a:pt x="2" y="94"/>
                    <a:pt x="3" y="94"/>
                  </a:cubicBezTo>
                  <a:cubicBezTo>
                    <a:pt x="50" y="94"/>
                    <a:pt x="50" y="94"/>
                    <a:pt x="50" y="94"/>
                  </a:cubicBezTo>
                  <a:cubicBezTo>
                    <a:pt x="51" y="94"/>
                    <a:pt x="52" y="93"/>
                    <a:pt x="52" y="92"/>
                  </a:cubicBezTo>
                  <a:cubicBezTo>
                    <a:pt x="52" y="38"/>
                    <a:pt x="52" y="38"/>
                    <a:pt x="52" y="38"/>
                  </a:cubicBezTo>
                  <a:cubicBezTo>
                    <a:pt x="52" y="23"/>
                    <a:pt x="52" y="23"/>
                    <a:pt x="52" y="23"/>
                  </a:cubicBezTo>
                  <a:cubicBezTo>
                    <a:pt x="52" y="2"/>
                    <a:pt x="52" y="2"/>
                    <a:pt x="52" y="2"/>
                  </a:cubicBezTo>
                  <a:cubicBezTo>
                    <a:pt x="52" y="1"/>
                    <a:pt x="51" y="0"/>
                    <a:pt x="5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353" name="Google Shape;353;p29"/>
            <p:cNvCxnSpPr/>
            <p:nvPr/>
          </p:nvCxnSpPr>
          <p:spPr>
            <a:xfrm>
              <a:off x="869565" y="4450250"/>
              <a:ext cx="3400500" cy="0"/>
            </a:xfrm>
            <a:prstGeom prst="straightConnector1">
              <a:avLst/>
            </a:prstGeom>
            <a:noFill/>
            <a:ln cap="flat" cmpd="sng" w="22225">
              <a:solidFill>
                <a:schemeClr val="dk2"/>
              </a:solidFill>
              <a:prstDash val="solid"/>
              <a:miter lim="800000"/>
              <a:headEnd len="med" w="med" type="none"/>
              <a:tailEnd len="med" w="med" type="none"/>
            </a:ln>
          </p:spPr>
        </p:cxnSp>
        <p:grpSp>
          <p:nvGrpSpPr>
            <p:cNvPr id="354" name="Google Shape;354;p29"/>
            <p:cNvGrpSpPr/>
            <p:nvPr/>
          </p:nvGrpSpPr>
          <p:grpSpPr>
            <a:xfrm>
              <a:off x="715095" y="3609936"/>
              <a:ext cx="470136" cy="471525"/>
              <a:chOff x="6972458" y="1244768"/>
              <a:chExt cx="406200" cy="407400"/>
            </a:xfrm>
          </p:grpSpPr>
          <p:sp>
            <p:nvSpPr>
              <p:cNvPr id="355" name="Google Shape;355;p29"/>
              <p:cNvSpPr/>
              <p:nvPr/>
            </p:nvSpPr>
            <p:spPr>
              <a:xfrm>
                <a:off x="6972458" y="1244768"/>
                <a:ext cx="406200" cy="40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29"/>
              <p:cNvSpPr/>
              <p:nvPr/>
            </p:nvSpPr>
            <p:spPr>
              <a:xfrm>
                <a:off x="7001427" y="1276370"/>
                <a:ext cx="345900" cy="344100"/>
              </a:xfrm>
              <a:prstGeom prst="ellipse">
                <a:avLst/>
              </a:prstGeom>
              <a:noFill/>
              <a:ln cap="flat" cmpd="sng" w="15875">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29"/>
              <p:cNvSpPr/>
              <p:nvPr/>
            </p:nvSpPr>
            <p:spPr>
              <a:xfrm>
                <a:off x="7107644" y="1336940"/>
                <a:ext cx="133430" cy="225603"/>
              </a:xfrm>
              <a:custGeom>
                <a:rect b="b" l="l" r="r" t="t"/>
                <a:pathLst>
                  <a:path extrusionOk="0" h="108" w="64">
                    <a:moveTo>
                      <a:pt x="28" y="98"/>
                    </a:moveTo>
                    <a:cubicBezTo>
                      <a:pt x="12" y="96"/>
                      <a:pt x="1" y="88"/>
                      <a:pt x="0" y="73"/>
                    </a:cubicBezTo>
                    <a:cubicBezTo>
                      <a:pt x="19" y="73"/>
                      <a:pt x="19" y="73"/>
                      <a:pt x="19" y="73"/>
                    </a:cubicBezTo>
                    <a:cubicBezTo>
                      <a:pt x="19" y="79"/>
                      <a:pt x="22" y="82"/>
                      <a:pt x="28" y="84"/>
                    </a:cubicBezTo>
                    <a:cubicBezTo>
                      <a:pt x="28" y="60"/>
                      <a:pt x="28" y="60"/>
                      <a:pt x="28" y="60"/>
                    </a:cubicBezTo>
                    <a:cubicBezTo>
                      <a:pt x="15" y="57"/>
                      <a:pt x="0" y="53"/>
                      <a:pt x="0" y="35"/>
                    </a:cubicBezTo>
                    <a:cubicBezTo>
                      <a:pt x="0" y="20"/>
                      <a:pt x="12" y="11"/>
                      <a:pt x="28" y="10"/>
                    </a:cubicBezTo>
                    <a:cubicBezTo>
                      <a:pt x="28" y="0"/>
                      <a:pt x="28" y="0"/>
                      <a:pt x="28" y="0"/>
                    </a:cubicBezTo>
                    <a:cubicBezTo>
                      <a:pt x="36" y="0"/>
                      <a:pt x="36" y="0"/>
                      <a:pt x="36" y="0"/>
                    </a:cubicBezTo>
                    <a:cubicBezTo>
                      <a:pt x="36" y="10"/>
                      <a:pt x="36" y="10"/>
                      <a:pt x="36" y="10"/>
                    </a:cubicBezTo>
                    <a:cubicBezTo>
                      <a:pt x="51" y="11"/>
                      <a:pt x="62" y="19"/>
                      <a:pt x="63" y="34"/>
                    </a:cubicBezTo>
                    <a:cubicBezTo>
                      <a:pt x="44" y="34"/>
                      <a:pt x="44" y="34"/>
                      <a:pt x="44" y="34"/>
                    </a:cubicBezTo>
                    <a:cubicBezTo>
                      <a:pt x="44" y="29"/>
                      <a:pt x="41" y="25"/>
                      <a:pt x="36" y="24"/>
                    </a:cubicBezTo>
                    <a:cubicBezTo>
                      <a:pt x="36" y="47"/>
                      <a:pt x="36" y="47"/>
                      <a:pt x="36" y="47"/>
                    </a:cubicBezTo>
                    <a:cubicBezTo>
                      <a:pt x="49" y="51"/>
                      <a:pt x="64" y="54"/>
                      <a:pt x="64" y="72"/>
                    </a:cubicBezTo>
                    <a:cubicBezTo>
                      <a:pt x="64" y="85"/>
                      <a:pt x="54" y="97"/>
                      <a:pt x="36" y="98"/>
                    </a:cubicBezTo>
                    <a:cubicBezTo>
                      <a:pt x="36" y="108"/>
                      <a:pt x="36" y="108"/>
                      <a:pt x="36" y="108"/>
                    </a:cubicBezTo>
                    <a:cubicBezTo>
                      <a:pt x="28" y="108"/>
                      <a:pt x="28" y="108"/>
                      <a:pt x="28" y="108"/>
                    </a:cubicBezTo>
                    <a:lnTo>
                      <a:pt x="28" y="98"/>
                    </a:lnTo>
                    <a:close/>
                    <a:moveTo>
                      <a:pt x="28" y="45"/>
                    </a:moveTo>
                    <a:cubicBezTo>
                      <a:pt x="28" y="24"/>
                      <a:pt x="28" y="24"/>
                      <a:pt x="28" y="24"/>
                    </a:cubicBezTo>
                    <a:cubicBezTo>
                      <a:pt x="22" y="24"/>
                      <a:pt x="18" y="28"/>
                      <a:pt x="18" y="34"/>
                    </a:cubicBezTo>
                    <a:cubicBezTo>
                      <a:pt x="18" y="40"/>
                      <a:pt x="22" y="43"/>
                      <a:pt x="28" y="45"/>
                    </a:cubicBezTo>
                    <a:close/>
                    <a:moveTo>
                      <a:pt x="36" y="62"/>
                    </a:moveTo>
                    <a:cubicBezTo>
                      <a:pt x="36" y="84"/>
                      <a:pt x="36" y="84"/>
                      <a:pt x="36" y="84"/>
                    </a:cubicBezTo>
                    <a:cubicBezTo>
                      <a:pt x="42" y="83"/>
                      <a:pt x="46" y="79"/>
                      <a:pt x="46" y="73"/>
                    </a:cubicBezTo>
                    <a:cubicBezTo>
                      <a:pt x="46" y="67"/>
                      <a:pt x="42" y="64"/>
                      <a:pt x="36" y="6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Description</a:t>
            </a:r>
            <a:endParaRPr/>
          </a:p>
        </p:txBody>
      </p:sp>
      <p:sp>
        <p:nvSpPr>
          <p:cNvPr id="363" name="Google Shape;363;p30"/>
          <p:cNvSpPr txBox="1"/>
          <p:nvPr>
            <p:ph idx="3" type="subTitle"/>
          </p:nvPr>
        </p:nvSpPr>
        <p:spPr>
          <a:xfrm>
            <a:off x="720100" y="1298375"/>
            <a:ext cx="7704000" cy="3067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600"/>
              <a:t>The dataset contains information about bank clients and marketing campaign outcomes.</a:t>
            </a:r>
            <a:endParaRPr sz="1600"/>
          </a:p>
          <a:p>
            <a:pPr indent="-330200" lvl="0" marL="457200" marR="0" rtl="0" algn="l">
              <a:lnSpc>
                <a:spcPct val="100000"/>
              </a:lnSpc>
              <a:spcBef>
                <a:spcPts val="1200"/>
              </a:spcBef>
              <a:spcAft>
                <a:spcPts val="0"/>
              </a:spcAft>
              <a:buClr>
                <a:schemeClr val="dk1"/>
              </a:buClr>
              <a:buSzPts val="1600"/>
              <a:buFont typeface="Nunito Light"/>
              <a:buChar char="●"/>
            </a:pPr>
            <a:r>
              <a:rPr lang="en" sz="1600"/>
              <a:t>Number of observations: 45,211</a:t>
            </a:r>
            <a:br>
              <a:rPr lang="en" sz="1600"/>
            </a:br>
            <a:endParaRPr sz="1600"/>
          </a:p>
          <a:p>
            <a:pPr indent="-330200" lvl="0" marL="457200" marR="0" rtl="0" algn="l">
              <a:lnSpc>
                <a:spcPct val="100000"/>
              </a:lnSpc>
              <a:spcBef>
                <a:spcPts val="0"/>
              </a:spcBef>
              <a:spcAft>
                <a:spcPts val="0"/>
              </a:spcAft>
              <a:buClr>
                <a:schemeClr val="dk1"/>
              </a:buClr>
              <a:buSzPts val="1600"/>
              <a:buFont typeface="Nunito Light"/>
              <a:buChar char="●"/>
            </a:pPr>
            <a:r>
              <a:rPr lang="en" sz="1600"/>
              <a:t>Number of variables: 17</a:t>
            </a:r>
            <a:br>
              <a:rPr lang="en" sz="1600"/>
            </a:br>
            <a:endParaRPr sz="1600"/>
          </a:p>
          <a:p>
            <a:pPr indent="-330200" lvl="0" marL="457200" marR="0" rtl="0" algn="l">
              <a:lnSpc>
                <a:spcPct val="100000"/>
              </a:lnSpc>
              <a:spcBef>
                <a:spcPts val="0"/>
              </a:spcBef>
              <a:spcAft>
                <a:spcPts val="0"/>
              </a:spcAft>
              <a:buClr>
                <a:schemeClr val="dk1"/>
              </a:buClr>
              <a:buSzPts val="1600"/>
              <a:buFont typeface="Nunito Light"/>
              <a:buChar char="●"/>
            </a:pPr>
            <a:r>
              <a:rPr lang="en" sz="1600"/>
              <a:t>Target variable: y (subscription to term deposit)</a:t>
            </a:r>
            <a:br>
              <a:rPr lang="en" sz="1600"/>
            </a:br>
            <a:endParaRPr sz="1600"/>
          </a:p>
          <a:p>
            <a:pPr indent="0" lvl="0" marL="0" rtl="0" algn="ctr">
              <a:spcBef>
                <a:spcPts val="0"/>
              </a:spcBef>
              <a:spcAft>
                <a:spcPts val="0"/>
              </a:spcAft>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1"/>
          <p:cNvSpPr txBox="1"/>
          <p:nvPr>
            <p:ph type="title"/>
          </p:nvPr>
        </p:nvSpPr>
        <p:spPr>
          <a:xfrm>
            <a:off x="715100" y="445025"/>
            <a:ext cx="771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 Overview</a:t>
            </a:r>
            <a:endParaRPr/>
          </a:p>
        </p:txBody>
      </p:sp>
      <p:graphicFrame>
        <p:nvGraphicFramePr>
          <p:cNvPr id="369" name="Google Shape;369;p31"/>
          <p:cNvGraphicFramePr/>
          <p:nvPr/>
        </p:nvGraphicFramePr>
        <p:xfrm>
          <a:off x="715113" y="1309810"/>
          <a:ext cx="3000000" cy="3000000"/>
        </p:xfrm>
        <a:graphic>
          <a:graphicData uri="http://schemas.openxmlformats.org/drawingml/2006/table">
            <a:tbl>
              <a:tblPr>
                <a:noFill/>
                <a:tableStyleId>{5CE39188-A799-4B50-A397-AC289C566CBF}</a:tableStyleId>
              </a:tblPr>
              <a:tblGrid>
                <a:gridCol w="2010525"/>
                <a:gridCol w="2010525"/>
                <a:gridCol w="2010525"/>
                <a:gridCol w="1682325"/>
              </a:tblGrid>
              <a:tr h="443725">
                <a:tc gridSpan="2">
                  <a:txBody>
                    <a:bodyPr/>
                    <a:lstStyle/>
                    <a:p>
                      <a:pPr indent="0" lvl="0" marL="0" rtl="0" algn="ctr">
                        <a:spcBef>
                          <a:spcPts val="0"/>
                        </a:spcBef>
                        <a:spcAft>
                          <a:spcPts val="0"/>
                        </a:spcAft>
                        <a:buNone/>
                      </a:pPr>
                      <a:r>
                        <a:rPr b="1" lang="en" sz="2200">
                          <a:solidFill>
                            <a:schemeClr val="dk1"/>
                          </a:solidFill>
                          <a:latin typeface="Saira Condensed"/>
                          <a:ea typeface="Saira Condensed"/>
                          <a:cs typeface="Saira Condensed"/>
                          <a:sym typeface="Saira Condensed"/>
                        </a:rPr>
                        <a:t>Categorical </a:t>
                      </a:r>
                      <a:endParaRPr b="1" sz="2200">
                        <a:solidFill>
                          <a:schemeClr val="dk1"/>
                        </a:solidFill>
                        <a:latin typeface="Saira Condensed"/>
                        <a:ea typeface="Saira Condensed"/>
                        <a:cs typeface="Saira Condensed"/>
                        <a:sym typeface="Saira Condensed"/>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c gridSpan="2">
                  <a:txBody>
                    <a:bodyPr/>
                    <a:lstStyle/>
                    <a:p>
                      <a:pPr indent="0" lvl="0" marL="0" rtl="0" algn="ctr">
                        <a:spcBef>
                          <a:spcPts val="0"/>
                        </a:spcBef>
                        <a:spcAft>
                          <a:spcPts val="0"/>
                        </a:spcAft>
                        <a:buNone/>
                      </a:pPr>
                      <a:r>
                        <a:rPr b="1" lang="en" sz="2200">
                          <a:solidFill>
                            <a:schemeClr val="dk1"/>
                          </a:solidFill>
                          <a:latin typeface="Saira Condensed"/>
                          <a:ea typeface="Saira Condensed"/>
                          <a:cs typeface="Saira Condensed"/>
                          <a:sym typeface="Saira Condensed"/>
                        </a:rPr>
                        <a:t>Numerical </a:t>
                      </a:r>
                      <a:endParaRPr b="1" sz="2200">
                        <a:solidFill>
                          <a:schemeClr val="dk1"/>
                        </a:solidFill>
                        <a:latin typeface="Saira Condensed"/>
                        <a:ea typeface="Saira Condensed"/>
                        <a:cs typeface="Saira Condensed"/>
                        <a:sym typeface="Saira Condensed"/>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425050">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job</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month</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age</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425050">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marital</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poutcome</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balance</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425050">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education</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y</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day</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425050">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default</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duration</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425050">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housing</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campaign</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425050">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loan</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pdays</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425050">
                <a:tc>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contact</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2"/>
                          </a:solidFill>
                          <a:latin typeface="Actor"/>
                          <a:ea typeface="Actor"/>
                          <a:cs typeface="Actor"/>
                          <a:sym typeface="Actor"/>
                        </a:rPr>
                        <a:t>previous</a:t>
                      </a:r>
                      <a:endParaRPr sz="1200">
                        <a:solidFill>
                          <a:schemeClr val="dk2"/>
                        </a:solidFill>
                        <a:latin typeface="Actor"/>
                        <a:ea typeface="Actor"/>
                        <a:cs typeface="Actor"/>
                        <a:sym typeface="Acto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2"/>
          <p:cNvSpPr txBox="1"/>
          <p:nvPr>
            <p:ph type="title"/>
          </p:nvPr>
        </p:nvSpPr>
        <p:spPr>
          <a:xfrm>
            <a:off x="720000" y="4559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Cleaning</a:t>
            </a:r>
            <a:endParaRPr/>
          </a:p>
        </p:txBody>
      </p:sp>
      <p:sp>
        <p:nvSpPr>
          <p:cNvPr id="375" name="Google Shape;375;p32"/>
          <p:cNvSpPr txBox="1"/>
          <p:nvPr>
            <p:ph idx="3" type="subTitle"/>
          </p:nvPr>
        </p:nvSpPr>
        <p:spPr>
          <a:xfrm>
            <a:off x="720000" y="1233128"/>
            <a:ext cx="4225500" cy="402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Saira Condensed"/>
                <a:ea typeface="Saira Condensed"/>
                <a:cs typeface="Saira Condensed"/>
                <a:sym typeface="Saira Condensed"/>
              </a:rPr>
              <a:t>Missing Data</a:t>
            </a:r>
            <a:endParaRPr sz="1600"/>
          </a:p>
          <a:p>
            <a:pPr indent="0" lvl="0" marL="0" rtl="0" algn="l">
              <a:lnSpc>
                <a:spcPct val="115000"/>
              </a:lnSpc>
              <a:spcBef>
                <a:spcPts val="1200"/>
              </a:spcBef>
              <a:spcAft>
                <a:spcPts val="0"/>
              </a:spcAft>
              <a:buNone/>
            </a:pPr>
            <a:r>
              <a:rPr lang="en" sz="1600"/>
              <a:t>Missing values handled through:</a:t>
            </a:r>
            <a:endParaRPr sz="1600"/>
          </a:p>
          <a:p>
            <a:pPr indent="-330200" lvl="0" marL="914400" rtl="0" algn="l">
              <a:lnSpc>
                <a:spcPct val="115000"/>
              </a:lnSpc>
              <a:spcBef>
                <a:spcPts val="1200"/>
              </a:spcBef>
              <a:spcAft>
                <a:spcPts val="0"/>
              </a:spcAft>
              <a:buSzPts val="1600"/>
              <a:buChar char="●"/>
            </a:pPr>
            <a:r>
              <a:rPr lang="en" sz="1600"/>
              <a:t>Remove rows with null values.</a:t>
            </a:r>
            <a:endParaRPr sz="1600"/>
          </a:p>
          <a:p>
            <a:pPr indent="-330200" lvl="0" marL="914400" rtl="0" algn="l">
              <a:lnSpc>
                <a:spcPct val="115000"/>
              </a:lnSpc>
              <a:spcBef>
                <a:spcPts val="0"/>
              </a:spcBef>
              <a:spcAft>
                <a:spcPts val="0"/>
              </a:spcAft>
              <a:buClr>
                <a:srgbClr val="000000"/>
              </a:buClr>
              <a:buSzPts val="1600"/>
              <a:buFont typeface="Arial"/>
              <a:buChar char="●"/>
            </a:pPr>
            <a:r>
              <a:rPr lang="en" sz="1600"/>
              <a:t>Imputation by mean value.</a:t>
            </a:r>
            <a:endParaRPr sz="1600"/>
          </a:p>
          <a:p>
            <a:pPr indent="0" lvl="0" marL="0" rtl="0" algn="l">
              <a:spcBef>
                <a:spcPts val="1200"/>
              </a:spcBef>
              <a:spcAft>
                <a:spcPts val="0"/>
              </a:spcAft>
              <a:buNone/>
            </a:pPr>
            <a:r>
              <a:rPr b="1" lang="en" sz="2200">
                <a:solidFill>
                  <a:schemeClr val="dk1"/>
                </a:solidFill>
                <a:latin typeface="Saira Condensed"/>
                <a:ea typeface="Saira Condensed"/>
                <a:cs typeface="Saira Condensed"/>
                <a:sym typeface="Saira Condensed"/>
              </a:rPr>
              <a:t>Duplicated values</a:t>
            </a:r>
            <a:endParaRPr b="1" sz="2200">
              <a:solidFill>
                <a:schemeClr val="dk1"/>
              </a:solidFill>
              <a:latin typeface="Saira Condensed"/>
              <a:ea typeface="Saira Condensed"/>
              <a:cs typeface="Saira Condensed"/>
              <a:sym typeface="Saira Condensed"/>
            </a:endParaRPr>
          </a:p>
          <a:p>
            <a:pPr indent="0" lvl="0" marL="0" rtl="0" algn="l">
              <a:lnSpc>
                <a:spcPct val="115000"/>
              </a:lnSpc>
              <a:spcBef>
                <a:spcPts val="1200"/>
              </a:spcBef>
              <a:spcAft>
                <a:spcPts val="0"/>
              </a:spcAft>
              <a:buNone/>
            </a:pPr>
            <a:r>
              <a:rPr lang="en" sz="1600"/>
              <a:t>No duplicated observations detected</a:t>
            </a:r>
            <a:br>
              <a:rPr lang="en" sz="1600"/>
            </a:br>
            <a:endParaRPr sz="1600"/>
          </a:p>
          <a:p>
            <a:pPr indent="0" lvl="0" marL="0" rtl="0" algn="l">
              <a:lnSpc>
                <a:spcPct val="115000"/>
              </a:lnSpc>
              <a:spcBef>
                <a:spcPts val="1200"/>
              </a:spcBef>
              <a:spcAft>
                <a:spcPts val="0"/>
              </a:spcAft>
              <a:buNone/>
            </a:pPr>
            <a:r>
              <a:t/>
            </a:r>
            <a:endParaRPr sz="1600"/>
          </a:p>
          <a:p>
            <a:pPr indent="0" lvl="0" marL="0" rtl="0" algn="l">
              <a:spcBef>
                <a:spcPts val="1200"/>
              </a:spcBef>
              <a:spcAft>
                <a:spcPts val="0"/>
              </a:spcAft>
              <a:buNone/>
            </a:pPr>
            <a:r>
              <a:t/>
            </a:r>
            <a:endParaRPr sz="1600"/>
          </a:p>
        </p:txBody>
      </p:sp>
      <p:pic>
        <p:nvPicPr>
          <p:cNvPr id="376" name="Google Shape;376;p32"/>
          <p:cNvPicPr preferRelativeResize="0"/>
          <p:nvPr/>
        </p:nvPicPr>
        <p:blipFill>
          <a:blip r:embed="rId3">
            <a:alphaModFix/>
          </a:blip>
          <a:stretch>
            <a:fillRect/>
          </a:stretch>
        </p:blipFill>
        <p:spPr>
          <a:xfrm>
            <a:off x="6098175" y="732925"/>
            <a:ext cx="1046900" cy="4171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3"/>
          <p:cNvSpPr txBox="1"/>
          <p:nvPr>
            <p:ph type="title"/>
          </p:nvPr>
        </p:nvSpPr>
        <p:spPr>
          <a:xfrm>
            <a:off x="5429325" y="2282000"/>
            <a:ext cx="3652800" cy="16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Univariate Analysis: Numerical Variables</a:t>
            </a:r>
            <a:endParaRPr sz="3800"/>
          </a:p>
        </p:txBody>
      </p:sp>
      <p:sp>
        <p:nvSpPr>
          <p:cNvPr id="382" name="Google Shape;382;p33"/>
          <p:cNvSpPr txBox="1"/>
          <p:nvPr>
            <p:ph idx="2" type="title"/>
          </p:nvPr>
        </p:nvSpPr>
        <p:spPr>
          <a:xfrm>
            <a:off x="5429325" y="1195875"/>
            <a:ext cx="1595400" cy="128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grpSp>
        <p:nvGrpSpPr>
          <p:cNvPr id="383" name="Google Shape;383;p33"/>
          <p:cNvGrpSpPr/>
          <p:nvPr/>
        </p:nvGrpSpPr>
        <p:grpSpPr>
          <a:xfrm>
            <a:off x="715095" y="1252925"/>
            <a:ext cx="3719259" cy="2637651"/>
            <a:chOff x="715095" y="1812600"/>
            <a:chExt cx="3719259" cy="2637651"/>
          </a:xfrm>
        </p:grpSpPr>
        <p:sp>
          <p:nvSpPr>
            <p:cNvPr id="384" name="Google Shape;384;p33"/>
            <p:cNvSpPr/>
            <p:nvPr/>
          </p:nvSpPr>
          <p:spPr>
            <a:xfrm>
              <a:off x="869575" y="1812600"/>
              <a:ext cx="3400500" cy="2637651"/>
            </a:xfrm>
            <a:custGeom>
              <a:rect b="b" l="l" r="r" t="t"/>
              <a:pathLst>
                <a:path extrusionOk="0" h="1063" w="1598">
                  <a:moveTo>
                    <a:pt x="279" y="1011"/>
                  </a:moveTo>
                  <a:cubicBezTo>
                    <a:pt x="1244" y="1063"/>
                    <a:pt x="1244" y="1063"/>
                    <a:pt x="1244" y="1063"/>
                  </a:cubicBezTo>
                  <a:cubicBezTo>
                    <a:pt x="1366" y="961"/>
                    <a:pt x="1458" y="823"/>
                    <a:pt x="1523" y="679"/>
                  </a:cubicBezTo>
                  <a:cubicBezTo>
                    <a:pt x="1582" y="548"/>
                    <a:pt x="1598" y="349"/>
                    <a:pt x="1535" y="217"/>
                  </a:cubicBezTo>
                  <a:cubicBezTo>
                    <a:pt x="1432" y="0"/>
                    <a:pt x="1203" y="98"/>
                    <a:pt x="1037" y="168"/>
                  </a:cubicBezTo>
                  <a:cubicBezTo>
                    <a:pt x="862" y="240"/>
                    <a:pt x="756" y="186"/>
                    <a:pt x="593" y="121"/>
                  </a:cubicBezTo>
                  <a:cubicBezTo>
                    <a:pt x="349" y="22"/>
                    <a:pt x="63" y="211"/>
                    <a:pt x="28" y="466"/>
                  </a:cubicBezTo>
                  <a:cubicBezTo>
                    <a:pt x="0" y="670"/>
                    <a:pt x="132" y="874"/>
                    <a:pt x="279" y="1011"/>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33"/>
            <p:cNvSpPr/>
            <p:nvPr/>
          </p:nvSpPr>
          <p:spPr>
            <a:xfrm>
              <a:off x="3753605" y="2780893"/>
              <a:ext cx="680749" cy="679733"/>
            </a:xfrm>
            <a:custGeom>
              <a:rect b="b" l="l" r="r" t="t"/>
              <a:pathLst>
                <a:path extrusionOk="0" h="281" w="282">
                  <a:moveTo>
                    <a:pt x="268" y="105"/>
                  </a:moveTo>
                  <a:cubicBezTo>
                    <a:pt x="245" y="105"/>
                    <a:pt x="245" y="105"/>
                    <a:pt x="245" y="105"/>
                  </a:cubicBezTo>
                  <a:cubicBezTo>
                    <a:pt x="243" y="100"/>
                    <a:pt x="242" y="96"/>
                    <a:pt x="239" y="92"/>
                  </a:cubicBezTo>
                  <a:cubicBezTo>
                    <a:pt x="256" y="76"/>
                    <a:pt x="256" y="76"/>
                    <a:pt x="256" y="76"/>
                  </a:cubicBezTo>
                  <a:cubicBezTo>
                    <a:pt x="261" y="70"/>
                    <a:pt x="261" y="61"/>
                    <a:pt x="256" y="56"/>
                  </a:cubicBezTo>
                  <a:cubicBezTo>
                    <a:pt x="225" y="25"/>
                    <a:pt x="225" y="25"/>
                    <a:pt x="225" y="25"/>
                  </a:cubicBezTo>
                  <a:cubicBezTo>
                    <a:pt x="220" y="20"/>
                    <a:pt x="211" y="20"/>
                    <a:pt x="206" y="25"/>
                  </a:cubicBezTo>
                  <a:cubicBezTo>
                    <a:pt x="189" y="42"/>
                    <a:pt x="189" y="42"/>
                    <a:pt x="189" y="42"/>
                  </a:cubicBezTo>
                  <a:cubicBezTo>
                    <a:pt x="185" y="40"/>
                    <a:pt x="181" y="38"/>
                    <a:pt x="177" y="37"/>
                  </a:cubicBezTo>
                  <a:cubicBezTo>
                    <a:pt x="177" y="13"/>
                    <a:pt x="177" y="13"/>
                    <a:pt x="177" y="13"/>
                  </a:cubicBezTo>
                  <a:cubicBezTo>
                    <a:pt x="177" y="6"/>
                    <a:pt x="170" y="0"/>
                    <a:pt x="163" y="0"/>
                  </a:cubicBezTo>
                  <a:cubicBezTo>
                    <a:pt x="120" y="0"/>
                    <a:pt x="120" y="0"/>
                    <a:pt x="120" y="0"/>
                  </a:cubicBezTo>
                  <a:cubicBezTo>
                    <a:pt x="112" y="0"/>
                    <a:pt x="106" y="6"/>
                    <a:pt x="106" y="13"/>
                  </a:cubicBezTo>
                  <a:cubicBezTo>
                    <a:pt x="106" y="37"/>
                    <a:pt x="106" y="37"/>
                    <a:pt x="106" y="37"/>
                  </a:cubicBezTo>
                  <a:cubicBezTo>
                    <a:pt x="101" y="38"/>
                    <a:pt x="97" y="40"/>
                    <a:pt x="93" y="42"/>
                  </a:cubicBezTo>
                  <a:cubicBezTo>
                    <a:pt x="76" y="25"/>
                    <a:pt x="76" y="25"/>
                    <a:pt x="76" y="25"/>
                  </a:cubicBezTo>
                  <a:cubicBezTo>
                    <a:pt x="71" y="20"/>
                    <a:pt x="62" y="20"/>
                    <a:pt x="57" y="25"/>
                  </a:cubicBezTo>
                  <a:cubicBezTo>
                    <a:pt x="26" y="56"/>
                    <a:pt x="26" y="56"/>
                    <a:pt x="26" y="56"/>
                  </a:cubicBezTo>
                  <a:cubicBezTo>
                    <a:pt x="21" y="61"/>
                    <a:pt x="21" y="70"/>
                    <a:pt x="26" y="76"/>
                  </a:cubicBezTo>
                  <a:cubicBezTo>
                    <a:pt x="43" y="92"/>
                    <a:pt x="43" y="92"/>
                    <a:pt x="43" y="92"/>
                  </a:cubicBezTo>
                  <a:cubicBezTo>
                    <a:pt x="41" y="96"/>
                    <a:pt x="39" y="100"/>
                    <a:pt x="37" y="105"/>
                  </a:cubicBezTo>
                  <a:cubicBezTo>
                    <a:pt x="14" y="105"/>
                    <a:pt x="14" y="105"/>
                    <a:pt x="14" y="105"/>
                  </a:cubicBezTo>
                  <a:cubicBezTo>
                    <a:pt x="7" y="105"/>
                    <a:pt x="0" y="111"/>
                    <a:pt x="0" y="119"/>
                  </a:cubicBezTo>
                  <a:cubicBezTo>
                    <a:pt x="0" y="162"/>
                    <a:pt x="0" y="162"/>
                    <a:pt x="0" y="162"/>
                  </a:cubicBezTo>
                  <a:cubicBezTo>
                    <a:pt x="0" y="170"/>
                    <a:pt x="7" y="176"/>
                    <a:pt x="14" y="176"/>
                  </a:cubicBezTo>
                  <a:cubicBezTo>
                    <a:pt x="37" y="176"/>
                    <a:pt x="37" y="176"/>
                    <a:pt x="37" y="176"/>
                  </a:cubicBezTo>
                  <a:cubicBezTo>
                    <a:pt x="39" y="180"/>
                    <a:pt x="41" y="184"/>
                    <a:pt x="43" y="189"/>
                  </a:cubicBezTo>
                  <a:cubicBezTo>
                    <a:pt x="26" y="205"/>
                    <a:pt x="26" y="205"/>
                    <a:pt x="26" y="205"/>
                  </a:cubicBezTo>
                  <a:cubicBezTo>
                    <a:pt x="21" y="210"/>
                    <a:pt x="21" y="219"/>
                    <a:pt x="26" y="225"/>
                  </a:cubicBezTo>
                  <a:cubicBezTo>
                    <a:pt x="57" y="255"/>
                    <a:pt x="57" y="255"/>
                    <a:pt x="57" y="255"/>
                  </a:cubicBezTo>
                  <a:cubicBezTo>
                    <a:pt x="62" y="260"/>
                    <a:pt x="71" y="260"/>
                    <a:pt x="76" y="255"/>
                  </a:cubicBezTo>
                  <a:cubicBezTo>
                    <a:pt x="93" y="239"/>
                    <a:pt x="93" y="239"/>
                    <a:pt x="93" y="239"/>
                  </a:cubicBezTo>
                  <a:cubicBezTo>
                    <a:pt x="97" y="241"/>
                    <a:pt x="101" y="243"/>
                    <a:pt x="106" y="244"/>
                  </a:cubicBezTo>
                  <a:cubicBezTo>
                    <a:pt x="106" y="267"/>
                    <a:pt x="106" y="267"/>
                    <a:pt x="106" y="267"/>
                  </a:cubicBezTo>
                  <a:cubicBezTo>
                    <a:pt x="106" y="275"/>
                    <a:pt x="112" y="281"/>
                    <a:pt x="120" y="281"/>
                  </a:cubicBezTo>
                  <a:cubicBezTo>
                    <a:pt x="163" y="281"/>
                    <a:pt x="163" y="281"/>
                    <a:pt x="163" y="281"/>
                  </a:cubicBezTo>
                  <a:cubicBezTo>
                    <a:pt x="170" y="281"/>
                    <a:pt x="177" y="275"/>
                    <a:pt x="177" y="267"/>
                  </a:cubicBezTo>
                  <a:cubicBezTo>
                    <a:pt x="177" y="244"/>
                    <a:pt x="177" y="244"/>
                    <a:pt x="177" y="244"/>
                  </a:cubicBezTo>
                  <a:cubicBezTo>
                    <a:pt x="181" y="243"/>
                    <a:pt x="185" y="241"/>
                    <a:pt x="189" y="239"/>
                  </a:cubicBezTo>
                  <a:cubicBezTo>
                    <a:pt x="206" y="255"/>
                    <a:pt x="206" y="255"/>
                    <a:pt x="206" y="255"/>
                  </a:cubicBezTo>
                  <a:cubicBezTo>
                    <a:pt x="211" y="260"/>
                    <a:pt x="220" y="260"/>
                    <a:pt x="225" y="255"/>
                  </a:cubicBezTo>
                  <a:cubicBezTo>
                    <a:pt x="256" y="225"/>
                    <a:pt x="256" y="225"/>
                    <a:pt x="256" y="225"/>
                  </a:cubicBezTo>
                  <a:cubicBezTo>
                    <a:pt x="261" y="219"/>
                    <a:pt x="261" y="210"/>
                    <a:pt x="256" y="205"/>
                  </a:cubicBezTo>
                  <a:cubicBezTo>
                    <a:pt x="239" y="189"/>
                    <a:pt x="239" y="189"/>
                    <a:pt x="239" y="189"/>
                  </a:cubicBezTo>
                  <a:cubicBezTo>
                    <a:pt x="242" y="184"/>
                    <a:pt x="243" y="180"/>
                    <a:pt x="245" y="176"/>
                  </a:cubicBezTo>
                  <a:cubicBezTo>
                    <a:pt x="268" y="176"/>
                    <a:pt x="268" y="176"/>
                    <a:pt x="268" y="176"/>
                  </a:cubicBezTo>
                  <a:cubicBezTo>
                    <a:pt x="276" y="176"/>
                    <a:pt x="282" y="170"/>
                    <a:pt x="282" y="162"/>
                  </a:cubicBezTo>
                  <a:cubicBezTo>
                    <a:pt x="282" y="119"/>
                    <a:pt x="282" y="119"/>
                    <a:pt x="282" y="119"/>
                  </a:cubicBezTo>
                  <a:cubicBezTo>
                    <a:pt x="282" y="111"/>
                    <a:pt x="276" y="105"/>
                    <a:pt x="268" y="105"/>
                  </a:cubicBezTo>
                  <a:close/>
                  <a:moveTo>
                    <a:pt x="141" y="211"/>
                  </a:moveTo>
                  <a:cubicBezTo>
                    <a:pt x="102" y="211"/>
                    <a:pt x="71" y="179"/>
                    <a:pt x="71" y="140"/>
                  </a:cubicBezTo>
                  <a:cubicBezTo>
                    <a:pt x="71" y="101"/>
                    <a:pt x="102" y="70"/>
                    <a:pt x="141" y="70"/>
                  </a:cubicBezTo>
                  <a:cubicBezTo>
                    <a:pt x="180" y="70"/>
                    <a:pt x="212" y="101"/>
                    <a:pt x="212" y="140"/>
                  </a:cubicBezTo>
                  <a:cubicBezTo>
                    <a:pt x="212" y="179"/>
                    <a:pt x="180" y="211"/>
                    <a:pt x="141" y="2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6" name="Google Shape;386;p33"/>
            <p:cNvSpPr/>
            <p:nvPr/>
          </p:nvSpPr>
          <p:spPr>
            <a:xfrm>
              <a:off x="3886230" y="2911963"/>
              <a:ext cx="415500" cy="415500"/>
            </a:xfrm>
            <a:prstGeom prst="ellipse">
              <a:avLst/>
            </a:prstGeom>
            <a:noFill/>
            <a:ln cap="flat" cmpd="sng" w="22225">
              <a:solidFill>
                <a:srgbClr val="002E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33"/>
            <p:cNvSpPr/>
            <p:nvPr/>
          </p:nvSpPr>
          <p:spPr>
            <a:xfrm>
              <a:off x="3222711" y="2331802"/>
              <a:ext cx="122942" cy="122941"/>
            </a:xfrm>
            <a:custGeom>
              <a:rect b="b" l="l" r="r" t="t"/>
              <a:pathLst>
                <a:path extrusionOk="0" h="51" w="51">
                  <a:moveTo>
                    <a:pt x="43" y="18"/>
                  </a:moveTo>
                  <a:cubicBezTo>
                    <a:pt x="32" y="18"/>
                    <a:pt x="32" y="18"/>
                    <a:pt x="32" y="18"/>
                  </a:cubicBezTo>
                  <a:cubicBezTo>
                    <a:pt x="32" y="7"/>
                    <a:pt x="32" y="7"/>
                    <a:pt x="32" y="7"/>
                  </a:cubicBezTo>
                  <a:cubicBezTo>
                    <a:pt x="32" y="3"/>
                    <a:pt x="29" y="0"/>
                    <a:pt x="25" y="0"/>
                  </a:cubicBezTo>
                  <a:cubicBezTo>
                    <a:pt x="21" y="0"/>
                    <a:pt x="18" y="3"/>
                    <a:pt x="18" y="7"/>
                  </a:cubicBezTo>
                  <a:cubicBezTo>
                    <a:pt x="18" y="18"/>
                    <a:pt x="18" y="18"/>
                    <a:pt x="18" y="18"/>
                  </a:cubicBezTo>
                  <a:cubicBezTo>
                    <a:pt x="7" y="18"/>
                    <a:pt x="7" y="18"/>
                    <a:pt x="7" y="18"/>
                  </a:cubicBezTo>
                  <a:cubicBezTo>
                    <a:pt x="3" y="18"/>
                    <a:pt x="0" y="21"/>
                    <a:pt x="0" y="25"/>
                  </a:cubicBezTo>
                  <a:cubicBezTo>
                    <a:pt x="0" y="29"/>
                    <a:pt x="3" y="33"/>
                    <a:pt x="7" y="33"/>
                  </a:cubicBezTo>
                  <a:cubicBezTo>
                    <a:pt x="18" y="33"/>
                    <a:pt x="18" y="33"/>
                    <a:pt x="18" y="33"/>
                  </a:cubicBezTo>
                  <a:cubicBezTo>
                    <a:pt x="18" y="44"/>
                    <a:pt x="18" y="44"/>
                    <a:pt x="18" y="44"/>
                  </a:cubicBezTo>
                  <a:cubicBezTo>
                    <a:pt x="18" y="48"/>
                    <a:pt x="21" y="51"/>
                    <a:pt x="25" y="51"/>
                  </a:cubicBezTo>
                  <a:cubicBezTo>
                    <a:pt x="29" y="51"/>
                    <a:pt x="32" y="48"/>
                    <a:pt x="32" y="44"/>
                  </a:cubicBezTo>
                  <a:cubicBezTo>
                    <a:pt x="32" y="33"/>
                    <a:pt x="32" y="33"/>
                    <a:pt x="32" y="33"/>
                  </a:cubicBezTo>
                  <a:cubicBezTo>
                    <a:pt x="43" y="33"/>
                    <a:pt x="43" y="33"/>
                    <a:pt x="43" y="33"/>
                  </a:cubicBezTo>
                  <a:cubicBezTo>
                    <a:pt x="47" y="33"/>
                    <a:pt x="51" y="29"/>
                    <a:pt x="51" y="25"/>
                  </a:cubicBezTo>
                  <a:cubicBezTo>
                    <a:pt x="51" y="21"/>
                    <a:pt x="47" y="18"/>
                    <a:pt x="43"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33"/>
            <p:cNvSpPr/>
            <p:nvPr/>
          </p:nvSpPr>
          <p:spPr>
            <a:xfrm>
              <a:off x="1822603" y="2249502"/>
              <a:ext cx="19305" cy="53851"/>
            </a:xfrm>
            <a:custGeom>
              <a:rect b="b" l="l" r="r" t="t"/>
              <a:pathLst>
                <a:path extrusionOk="0" h="22" w="8">
                  <a:moveTo>
                    <a:pt x="4" y="22"/>
                  </a:moveTo>
                  <a:cubicBezTo>
                    <a:pt x="4" y="22"/>
                    <a:pt x="4" y="22"/>
                    <a:pt x="4" y="22"/>
                  </a:cubicBezTo>
                  <a:cubicBezTo>
                    <a:pt x="1" y="22"/>
                    <a:pt x="0" y="20"/>
                    <a:pt x="0" y="18"/>
                  </a:cubicBezTo>
                  <a:cubicBezTo>
                    <a:pt x="0" y="4"/>
                    <a:pt x="0" y="4"/>
                    <a:pt x="0" y="4"/>
                  </a:cubicBezTo>
                  <a:cubicBezTo>
                    <a:pt x="0" y="2"/>
                    <a:pt x="1" y="0"/>
                    <a:pt x="4" y="0"/>
                  </a:cubicBezTo>
                  <a:cubicBezTo>
                    <a:pt x="4" y="0"/>
                    <a:pt x="4" y="0"/>
                    <a:pt x="4" y="0"/>
                  </a:cubicBezTo>
                  <a:cubicBezTo>
                    <a:pt x="6" y="0"/>
                    <a:pt x="8" y="2"/>
                    <a:pt x="8" y="4"/>
                  </a:cubicBezTo>
                  <a:cubicBezTo>
                    <a:pt x="8" y="18"/>
                    <a:pt x="8" y="18"/>
                    <a:pt x="8" y="18"/>
                  </a:cubicBezTo>
                  <a:cubicBezTo>
                    <a:pt x="8" y="20"/>
                    <a:pt x="6" y="22"/>
                    <a:pt x="4"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9" name="Google Shape;389;p33"/>
            <p:cNvSpPr/>
            <p:nvPr/>
          </p:nvSpPr>
          <p:spPr>
            <a:xfrm>
              <a:off x="1856133" y="2273887"/>
              <a:ext cx="43690" cy="45722"/>
            </a:xfrm>
            <a:custGeom>
              <a:rect b="b" l="l" r="r" t="t"/>
              <a:pathLst>
                <a:path extrusionOk="0" h="19" w="18">
                  <a:moveTo>
                    <a:pt x="1" y="17"/>
                  </a:moveTo>
                  <a:cubicBezTo>
                    <a:pt x="1" y="17"/>
                    <a:pt x="1" y="17"/>
                    <a:pt x="1" y="17"/>
                  </a:cubicBezTo>
                  <a:cubicBezTo>
                    <a:pt x="0" y="16"/>
                    <a:pt x="0" y="13"/>
                    <a:pt x="1" y="11"/>
                  </a:cubicBezTo>
                  <a:cubicBezTo>
                    <a:pt x="11" y="2"/>
                    <a:pt x="11" y="2"/>
                    <a:pt x="11" y="2"/>
                  </a:cubicBezTo>
                  <a:cubicBezTo>
                    <a:pt x="13" y="0"/>
                    <a:pt x="15" y="0"/>
                    <a:pt x="17" y="2"/>
                  </a:cubicBezTo>
                  <a:cubicBezTo>
                    <a:pt x="17" y="2"/>
                    <a:pt x="17" y="2"/>
                    <a:pt x="17" y="2"/>
                  </a:cubicBezTo>
                  <a:cubicBezTo>
                    <a:pt x="18" y="3"/>
                    <a:pt x="18" y="6"/>
                    <a:pt x="17" y="8"/>
                  </a:cubicBezTo>
                  <a:cubicBezTo>
                    <a:pt x="7" y="17"/>
                    <a:pt x="7" y="17"/>
                    <a:pt x="7" y="17"/>
                  </a:cubicBezTo>
                  <a:cubicBezTo>
                    <a:pt x="5" y="19"/>
                    <a:pt x="3" y="19"/>
                    <a:pt x="1"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0" name="Google Shape;390;p33"/>
            <p:cNvSpPr/>
            <p:nvPr/>
          </p:nvSpPr>
          <p:spPr>
            <a:xfrm>
              <a:off x="1871373" y="2333834"/>
              <a:ext cx="52834" cy="19305"/>
            </a:xfrm>
            <a:custGeom>
              <a:rect b="b" l="l" r="r" t="t"/>
              <a:pathLst>
                <a:path extrusionOk="0" h="8" w="22">
                  <a:moveTo>
                    <a:pt x="0" y="4"/>
                  </a:moveTo>
                  <a:cubicBezTo>
                    <a:pt x="0" y="4"/>
                    <a:pt x="0" y="4"/>
                    <a:pt x="0" y="4"/>
                  </a:cubicBezTo>
                  <a:cubicBezTo>
                    <a:pt x="0" y="2"/>
                    <a:pt x="2" y="0"/>
                    <a:pt x="4" y="0"/>
                  </a:cubicBezTo>
                  <a:cubicBezTo>
                    <a:pt x="18" y="0"/>
                    <a:pt x="18" y="0"/>
                    <a:pt x="18" y="0"/>
                  </a:cubicBezTo>
                  <a:cubicBezTo>
                    <a:pt x="20" y="0"/>
                    <a:pt x="22" y="2"/>
                    <a:pt x="22" y="4"/>
                  </a:cubicBezTo>
                  <a:cubicBezTo>
                    <a:pt x="22" y="4"/>
                    <a:pt x="22" y="4"/>
                    <a:pt x="22" y="4"/>
                  </a:cubicBezTo>
                  <a:cubicBezTo>
                    <a:pt x="22" y="6"/>
                    <a:pt x="20" y="8"/>
                    <a:pt x="18" y="8"/>
                  </a:cubicBezTo>
                  <a:cubicBezTo>
                    <a:pt x="4" y="8"/>
                    <a:pt x="4" y="8"/>
                    <a:pt x="4" y="8"/>
                  </a:cubicBezTo>
                  <a:cubicBezTo>
                    <a:pt x="2" y="8"/>
                    <a:pt x="0" y="6"/>
                    <a:pt x="0"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33"/>
            <p:cNvSpPr/>
            <p:nvPr/>
          </p:nvSpPr>
          <p:spPr>
            <a:xfrm>
              <a:off x="1854101" y="2368379"/>
              <a:ext cx="45722" cy="45722"/>
            </a:xfrm>
            <a:custGeom>
              <a:rect b="b" l="l" r="r" t="t"/>
              <a:pathLst>
                <a:path extrusionOk="0" h="19" w="19">
                  <a:moveTo>
                    <a:pt x="2" y="2"/>
                  </a:moveTo>
                  <a:cubicBezTo>
                    <a:pt x="2" y="2"/>
                    <a:pt x="2" y="2"/>
                    <a:pt x="2" y="2"/>
                  </a:cubicBezTo>
                  <a:cubicBezTo>
                    <a:pt x="3" y="0"/>
                    <a:pt x="6" y="0"/>
                    <a:pt x="7" y="2"/>
                  </a:cubicBezTo>
                  <a:cubicBezTo>
                    <a:pt x="17" y="11"/>
                    <a:pt x="17" y="11"/>
                    <a:pt x="17" y="11"/>
                  </a:cubicBezTo>
                  <a:cubicBezTo>
                    <a:pt x="19" y="13"/>
                    <a:pt x="19" y="15"/>
                    <a:pt x="17" y="17"/>
                  </a:cubicBezTo>
                  <a:cubicBezTo>
                    <a:pt x="17" y="17"/>
                    <a:pt x="17" y="17"/>
                    <a:pt x="17" y="17"/>
                  </a:cubicBezTo>
                  <a:cubicBezTo>
                    <a:pt x="16" y="19"/>
                    <a:pt x="13" y="19"/>
                    <a:pt x="11" y="17"/>
                  </a:cubicBezTo>
                  <a:cubicBezTo>
                    <a:pt x="2" y="7"/>
                    <a:pt x="2" y="7"/>
                    <a:pt x="2" y="7"/>
                  </a:cubicBezTo>
                  <a:cubicBezTo>
                    <a:pt x="0" y="6"/>
                    <a:pt x="0" y="3"/>
                    <a:pt x="2"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33"/>
            <p:cNvSpPr/>
            <p:nvPr/>
          </p:nvSpPr>
          <p:spPr>
            <a:xfrm>
              <a:off x="1820571" y="2382604"/>
              <a:ext cx="19305" cy="52834"/>
            </a:xfrm>
            <a:custGeom>
              <a:rect b="b" l="l" r="r" t="t"/>
              <a:pathLst>
                <a:path extrusionOk="0" h="22" w="8">
                  <a:moveTo>
                    <a:pt x="4" y="0"/>
                  </a:moveTo>
                  <a:cubicBezTo>
                    <a:pt x="4" y="0"/>
                    <a:pt x="4" y="0"/>
                    <a:pt x="4" y="0"/>
                  </a:cubicBezTo>
                  <a:cubicBezTo>
                    <a:pt x="6" y="0"/>
                    <a:pt x="8" y="2"/>
                    <a:pt x="8" y="4"/>
                  </a:cubicBezTo>
                  <a:cubicBezTo>
                    <a:pt x="8" y="18"/>
                    <a:pt x="8" y="18"/>
                    <a:pt x="8" y="18"/>
                  </a:cubicBezTo>
                  <a:cubicBezTo>
                    <a:pt x="8" y="20"/>
                    <a:pt x="6" y="22"/>
                    <a:pt x="4" y="22"/>
                  </a:cubicBezTo>
                  <a:cubicBezTo>
                    <a:pt x="4" y="22"/>
                    <a:pt x="4" y="22"/>
                    <a:pt x="4" y="22"/>
                  </a:cubicBezTo>
                  <a:cubicBezTo>
                    <a:pt x="2" y="22"/>
                    <a:pt x="0" y="20"/>
                    <a:pt x="0" y="18"/>
                  </a:cubicBezTo>
                  <a:cubicBezTo>
                    <a:pt x="0" y="4"/>
                    <a:pt x="0" y="4"/>
                    <a:pt x="0" y="4"/>
                  </a:cubicBezTo>
                  <a:cubicBezTo>
                    <a:pt x="0" y="2"/>
                    <a:pt x="2" y="0"/>
                    <a:pt x="4" y="0"/>
                  </a:cubicBezTo>
                  <a:close/>
                </a:path>
              </a:pathLst>
            </a:custGeom>
            <a:solidFill>
              <a:srgbClr val="809E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33"/>
            <p:cNvSpPr/>
            <p:nvPr/>
          </p:nvSpPr>
          <p:spPr>
            <a:xfrm>
              <a:off x="1759609" y="2368379"/>
              <a:ext cx="45722" cy="43690"/>
            </a:xfrm>
            <a:custGeom>
              <a:rect b="b" l="l" r="r" t="t"/>
              <a:pathLst>
                <a:path extrusionOk="0" h="18" w="19">
                  <a:moveTo>
                    <a:pt x="17" y="1"/>
                  </a:moveTo>
                  <a:cubicBezTo>
                    <a:pt x="17" y="1"/>
                    <a:pt x="17" y="1"/>
                    <a:pt x="17" y="1"/>
                  </a:cubicBezTo>
                  <a:cubicBezTo>
                    <a:pt x="19" y="3"/>
                    <a:pt x="19" y="5"/>
                    <a:pt x="17" y="7"/>
                  </a:cubicBezTo>
                  <a:cubicBezTo>
                    <a:pt x="8" y="17"/>
                    <a:pt x="8" y="17"/>
                    <a:pt x="8" y="17"/>
                  </a:cubicBezTo>
                  <a:cubicBezTo>
                    <a:pt x="6" y="18"/>
                    <a:pt x="3" y="18"/>
                    <a:pt x="2" y="17"/>
                  </a:cubicBezTo>
                  <a:cubicBezTo>
                    <a:pt x="2" y="17"/>
                    <a:pt x="2" y="17"/>
                    <a:pt x="2" y="17"/>
                  </a:cubicBezTo>
                  <a:cubicBezTo>
                    <a:pt x="0" y="15"/>
                    <a:pt x="0" y="12"/>
                    <a:pt x="2" y="11"/>
                  </a:cubicBezTo>
                  <a:cubicBezTo>
                    <a:pt x="12" y="1"/>
                    <a:pt x="12" y="1"/>
                    <a:pt x="12" y="1"/>
                  </a:cubicBezTo>
                  <a:cubicBezTo>
                    <a:pt x="13" y="0"/>
                    <a:pt x="16" y="0"/>
                    <a:pt x="17"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4" name="Google Shape;394;p33"/>
            <p:cNvSpPr/>
            <p:nvPr/>
          </p:nvSpPr>
          <p:spPr>
            <a:xfrm>
              <a:off x="1738272" y="2331802"/>
              <a:ext cx="52834" cy="19305"/>
            </a:xfrm>
            <a:custGeom>
              <a:rect b="b" l="l" r="r" t="t"/>
              <a:pathLst>
                <a:path extrusionOk="0" h="8" w="22">
                  <a:moveTo>
                    <a:pt x="22" y="4"/>
                  </a:moveTo>
                  <a:cubicBezTo>
                    <a:pt x="22" y="4"/>
                    <a:pt x="22" y="4"/>
                    <a:pt x="22" y="4"/>
                  </a:cubicBezTo>
                  <a:cubicBezTo>
                    <a:pt x="22" y="7"/>
                    <a:pt x="20" y="8"/>
                    <a:pt x="18" y="8"/>
                  </a:cubicBezTo>
                  <a:cubicBezTo>
                    <a:pt x="4" y="8"/>
                    <a:pt x="4" y="8"/>
                    <a:pt x="4" y="8"/>
                  </a:cubicBezTo>
                  <a:cubicBezTo>
                    <a:pt x="2" y="8"/>
                    <a:pt x="0" y="7"/>
                    <a:pt x="0" y="4"/>
                  </a:cubicBezTo>
                  <a:cubicBezTo>
                    <a:pt x="0" y="4"/>
                    <a:pt x="0" y="4"/>
                    <a:pt x="0" y="4"/>
                  </a:cubicBezTo>
                  <a:cubicBezTo>
                    <a:pt x="0" y="2"/>
                    <a:pt x="2" y="0"/>
                    <a:pt x="4" y="0"/>
                  </a:cubicBezTo>
                  <a:cubicBezTo>
                    <a:pt x="18" y="0"/>
                    <a:pt x="18" y="0"/>
                    <a:pt x="18" y="0"/>
                  </a:cubicBezTo>
                  <a:cubicBezTo>
                    <a:pt x="20" y="0"/>
                    <a:pt x="22" y="2"/>
                    <a:pt x="22"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33"/>
            <p:cNvSpPr/>
            <p:nvPr/>
          </p:nvSpPr>
          <p:spPr>
            <a:xfrm>
              <a:off x="1762657" y="2273887"/>
              <a:ext cx="42674" cy="43690"/>
            </a:xfrm>
            <a:custGeom>
              <a:rect b="b" l="l" r="r" t="t"/>
              <a:pathLst>
                <a:path extrusionOk="0" h="18" w="18">
                  <a:moveTo>
                    <a:pt x="17" y="17"/>
                  </a:moveTo>
                  <a:cubicBezTo>
                    <a:pt x="17" y="17"/>
                    <a:pt x="17" y="17"/>
                    <a:pt x="17" y="17"/>
                  </a:cubicBezTo>
                  <a:cubicBezTo>
                    <a:pt x="15" y="18"/>
                    <a:pt x="13" y="18"/>
                    <a:pt x="11" y="17"/>
                  </a:cubicBezTo>
                  <a:cubicBezTo>
                    <a:pt x="1" y="7"/>
                    <a:pt x="1" y="7"/>
                    <a:pt x="1" y="7"/>
                  </a:cubicBezTo>
                  <a:cubicBezTo>
                    <a:pt x="0" y="5"/>
                    <a:pt x="0" y="3"/>
                    <a:pt x="1" y="1"/>
                  </a:cubicBezTo>
                  <a:cubicBezTo>
                    <a:pt x="1" y="1"/>
                    <a:pt x="1" y="1"/>
                    <a:pt x="1" y="1"/>
                  </a:cubicBezTo>
                  <a:cubicBezTo>
                    <a:pt x="3" y="0"/>
                    <a:pt x="6" y="0"/>
                    <a:pt x="7" y="1"/>
                  </a:cubicBezTo>
                  <a:cubicBezTo>
                    <a:pt x="17" y="11"/>
                    <a:pt x="17" y="11"/>
                    <a:pt x="17" y="11"/>
                  </a:cubicBezTo>
                  <a:cubicBezTo>
                    <a:pt x="18" y="13"/>
                    <a:pt x="18" y="15"/>
                    <a:pt x="17"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33"/>
            <p:cNvSpPr/>
            <p:nvPr/>
          </p:nvSpPr>
          <p:spPr>
            <a:xfrm>
              <a:off x="4084315" y="3929020"/>
              <a:ext cx="19305" cy="52834"/>
            </a:xfrm>
            <a:custGeom>
              <a:rect b="b" l="l" r="r" t="t"/>
              <a:pathLst>
                <a:path extrusionOk="0" h="22" w="8">
                  <a:moveTo>
                    <a:pt x="4" y="22"/>
                  </a:moveTo>
                  <a:cubicBezTo>
                    <a:pt x="4" y="22"/>
                    <a:pt x="4" y="22"/>
                    <a:pt x="4" y="22"/>
                  </a:cubicBezTo>
                  <a:cubicBezTo>
                    <a:pt x="2" y="22"/>
                    <a:pt x="0" y="20"/>
                    <a:pt x="0" y="18"/>
                  </a:cubicBezTo>
                  <a:cubicBezTo>
                    <a:pt x="0" y="4"/>
                    <a:pt x="0" y="4"/>
                    <a:pt x="0" y="4"/>
                  </a:cubicBezTo>
                  <a:cubicBezTo>
                    <a:pt x="0" y="2"/>
                    <a:pt x="2" y="0"/>
                    <a:pt x="4" y="0"/>
                  </a:cubicBezTo>
                  <a:cubicBezTo>
                    <a:pt x="4" y="0"/>
                    <a:pt x="4" y="0"/>
                    <a:pt x="4" y="0"/>
                  </a:cubicBezTo>
                  <a:cubicBezTo>
                    <a:pt x="7" y="0"/>
                    <a:pt x="8" y="2"/>
                    <a:pt x="8" y="4"/>
                  </a:cubicBezTo>
                  <a:cubicBezTo>
                    <a:pt x="8" y="18"/>
                    <a:pt x="8" y="18"/>
                    <a:pt x="8" y="18"/>
                  </a:cubicBezTo>
                  <a:cubicBezTo>
                    <a:pt x="8" y="20"/>
                    <a:pt x="7" y="22"/>
                    <a:pt x="4"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33"/>
            <p:cNvSpPr/>
            <p:nvPr/>
          </p:nvSpPr>
          <p:spPr>
            <a:xfrm>
              <a:off x="4117845" y="3953405"/>
              <a:ext cx="45722" cy="42674"/>
            </a:xfrm>
            <a:custGeom>
              <a:rect b="b" l="l" r="r" t="t"/>
              <a:pathLst>
                <a:path extrusionOk="0" h="18" w="19">
                  <a:moveTo>
                    <a:pt x="2" y="17"/>
                  </a:moveTo>
                  <a:cubicBezTo>
                    <a:pt x="2" y="17"/>
                    <a:pt x="2" y="17"/>
                    <a:pt x="2" y="17"/>
                  </a:cubicBezTo>
                  <a:cubicBezTo>
                    <a:pt x="0" y="15"/>
                    <a:pt x="0" y="13"/>
                    <a:pt x="2" y="11"/>
                  </a:cubicBezTo>
                  <a:cubicBezTo>
                    <a:pt x="12" y="1"/>
                    <a:pt x="12" y="1"/>
                    <a:pt x="12" y="1"/>
                  </a:cubicBezTo>
                  <a:cubicBezTo>
                    <a:pt x="13" y="0"/>
                    <a:pt x="16" y="0"/>
                    <a:pt x="17" y="1"/>
                  </a:cubicBezTo>
                  <a:cubicBezTo>
                    <a:pt x="17" y="1"/>
                    <a:pt x="17" y="1"/>
                    <a:pt x="17" y="1"/>
                  </a:cubicBezTo>
                  <a:cubicBezTo>
                    <a:pt x="19" y="3"/>
                    <a:pt x="19" y="6"/>
                    <a:pt x="17" y="7"/>
                  </a:cubicBezTo>
                  <a:cubicBezTo>
                    <a:pt x="8" y="17"/>
                    <a:pt x="8" y="17"/>
                    <a:pt x="8" y="17"/>
                  </a:cubicBezTo>
                  <a:cubicBezTo>
                    <a:pt x="6" y="18"/>
                    <a:pt x="3" y="18"/>
                    <a:pt x="2"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33"/>
            <p:cNvSpPr/>
            <p:nvPr/>
          </p:nvSpPr>
          <p:spPr>
            <a:xfrm>
              <a:off x="4132069" y="4013351"/>
              <a:ext cx="52834" cy="19305"/>
            </a:xfrm>
            <a:custGeom>
              <a:rect b="b" l="l" r="r" t="t"/>
              <a:pathLst>
                <a:path extrusionOk="0" h="8" w="22">
                  <a:moveTo>
                    <a:pt x="0" y="4"/>
                  </a:moveTo>
                  <a:cubicBezTo>
                    <a:pt x="0" y="4"/>
                    <a:pt x="0" y="4"/>
                    <a:pt x="0" y="4"/>
                  </a:cubicBezTo>
                  <a:cubicBezTo>
                    <a:pt x="0" y="1"/>
                    <a:pt x="2" y="0"/>
                    <a:pt x="5" y="0"/>
                  </a:cubicBezTo>
                  <a:cubicBezTo>
                    <a:pt x="18" y="0"/>
                    <a:pt x="18" y="0"/>
                    <a:pt x="18" y="0"/>
                  </a:cubicBezTo>
                  <a:cubicBezTo>
                    <a:pt x="21" y="0"/>
                    <a:pt x="22" y="1"/>
                    <a:pt x="22" y="4"/>
                  </a:cubicBezTo>
                  <a:cubicBezTo>
                    <a:pt x="22" y="4"/>
                    <a:pt x="22" y="4"/>
                    <a:pt x="22" y="4"/>
                  </a:cubicBezTo>
                  <a:cubicBezTo>
                    <a:pt x="22" y="6"/>
                    <a:pt x="21" y="8"/>
                    <a:pt x="18" y="8"/>
                  </a:cubicBezTo>
                  <a:cubicBezTo>
                    <a:pt x="5" y="8"/>
                    <a:pt x="5" y="8"/>
                    <a:pt x="5" y="8"/>
                  </a:cubicBezTo>
                  <a:cubicBezTo>
                    <a:pt x="2" y="8"/>
                    <a:pt x="0" y="6"/>
                    <a:pt x="0"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33"/>
            <p:cNvSpPr/>
            <p:nvPr/>
          </p:nvSpPr>
          <p:spPr>
            <a:xfrm>
              <a:off x="4117845" y="4046881"/>
              <a:ext cx="43690" cy="43690"/>
            </a:xfrm>
            <a:custGeom>
              <a:rect b="b" l="l" r="r" t="t"/>
              <a:pathLst>
                <a:path extrusionOk="0" h="18" w="18">
                  <a:moveTo>
                    <a:pt x="1" y="1"/>
                  </a:moveTo>
                  <a:cubicBezTo>
                    <a:pt x="1" y="1"/>
                    <a:pt x="1" y="1"/>
                    <a:pt x="1" y="1"/>
                  </a:cubicBezTo>
                  <a:cubicBezTo>
                    <a:pt x="3" y="0"/>
                    <a:pt x="6" y="0"/>
                    <a:pt x="7" y="1"/>
                  </a:cubicBezTo>
                  <a:cubicBezTo>
                    <a:pt x="17" y="11"/>
                    <a:pt x="17" y="11"/>
                    <a:pt x="17" y="11"/>
                  </a:cubicBezTo>
                  <a:cubicBezTo>
                    <a:pt x="18" y="12"/>
                    <a:pt x="18" y="15"/>
                    <a:pt x="17" y="17"/>
                  </a:cubicBezTo>
                  <a:cubicBezTo>
                    <a:pt x="17" y="17"/>
                    <a:pt x="17" y="17"/>
                    <a:pt x="17" y="17"/>
                  </a:cubicBezTo>
                  <a:cubicBezTo>
                    <a:pt x="15" y="18"/>
                    <a:pt x="13" y="18"/>
                    <a:pt x="11" y="17"/>
                  </a:cubicBezTo>
                  <a:cubicBezTo>
                    <a:pt x="1" y="7"/>
                    <a:pt x="1" y="7"/>
                    <a:pt x="1" y="7"/>
                  </a:cubicBezTo>
                  <a:cubicBezTo>
                    <a:pt x="0" y="5"/>
                    <a:pt x="0" y="3"/>
                    <a:pt x="1"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33"/>
            <p:cNvSpPr/>
            <p:nvPr/>
          </p:nvSpPr>
          <p:spPr>
            <a:xfrm>
              <a:off x="4084315" y="4062121"/>
              <a:ext cx="19305" cy="52834"/>
            </a:xfrm>
            <a:custGeom>
              <a:rect b="b" l="l" r="r" t="t"/>
              <a:pathLst>
                <a:path extrusionOk="0" h="22" w="8">
                  <a:moveTo>
                    <a:pt x="4" y="0"/>
                  </a:moveTo>
                  <a:cubicBezTo>
                    <a:pt x="4" y="0"/>
                    <a:pt x="4" y="0"/>
                    <a:pt x="4" y="0"/>
                  </a:cubicBezTo>
                  <a:cubicBezTo>
                    <a:pt x="6" y="0"/>
                    <a:pt x="8" y="2"/>
                    <a:pt x="8" y="4"/>
                  </a:cubicBezTo>
                  <a:cubicBezTo>
                    <a:pt x="8" y="18"/>
                    <a:pt x="8" y="18"/>
                    <a:pt x="8" y="18"/>
                  </a:cubicBezTo>
                  <a:cubicBezTo>
                    <a:pt x="8" y="20"/>
                    <a:pt x="6" y="22"/>
                    <a:pt x="4" y="22"/>
                  </a:cubicBezTo>
                  <a:cubicBezTo>
                    <a:pt x="4" y="22"/>
                    <a:pt x="4" y="22"/>
                    <a:pt x="4" y="22"/>
                  </a:cubicBezTo>
                  <a:cubicBezTo>
                    <a:pt x="1" y="22"/>
                    <a:pt x="0" y="20"/>
                    <a:pt x="0" y="18"/>
                  </a:cubicBezTo>
                  <a:cubicBezTo>
                    <a:pt x="0" y="4"/>
                    <a:pt x="0" y="4"/>
                    <a:pt x="0" y="4"/>
                  </a:cubicBezTo>
                  <a:cubicBezTo>
                    <a:pt x="0" y="2"/>
                    <a:pt x="1" y="0"/>
                    <a:pt x="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33"/>
            <p:cNvSpPr/>
            <p:nvPr/>
          </p:nvSpPr>
          <p:spPr>
            <a:xfrm>
              <a:off x="4023353" y="4044849"/>
              <a:ext cx="45722" cy="45722"/>
            </a:xfrm>
            <a:custGeom>
              <a:rect b="b" l="l" r="r" t="t"/>
              <a:pathLst>
                <a:path extrusionOk="0" h="19" w="19">
                  <a:moveTo>
                    <a:pt x="17" y="2"/>
                  </a:moveTo>
                  <a:cubicBezTo>
                    <a:pt x="17" y="2"/>
                    <a:pt x="17" y="2"/>
                    <a:pt x="17" y="2"/>
                  </a:cubicBezTo>
                  <a:cubicBezTo>
                    <a:pt x="19" y="3"/>
                    <a:pt x="19" y="6"/>
                    <a:pt x="17" y="7"/>
                  </a:cubicBezTo>
                  <a:cubicBezTo>
                    <a:pt x="7" y="17"/>
                    <a:pt x="7" y="17"/>
                    <a:pt x="7" y="17"/>
                  </a:cubicBezTo>
                  <a:cubicBezTo>
                    <a:pt x="6" y="19"/>
                    <a:pt x="3" y="19"/>
                    <a:pt x="2" y="17"/>
                  </a:cubicBezTo>
                  <a:cubicBezTo>
                    <a:pt x="2" y="17"/>
                    <a:pt x="2" y="17"/>
                    <a:pt x="2" y="17"/>
                  </a:cubicBezTo>
                  <a:cubicBezTo>
                    <a:pt x="0" y="16"/>
                    <a:pt x="0" y="13"/>
                    <a:pt x="2" y="11"/>
                  </a:cubicBezTo>
                  <a:cubicBezTo>
                    <a:pt x="11" y="2"/>
                    <a:pt x="11" y="2"/>
                    <a:pt x="11" y="2"/>
                  </a:cubicBezTo>
                  <a:cubicBezTo>
                    <a:pt x="13" y="0"/>
                    <a:pt x="15" y="0"/>
                    <a:pt x="1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33"/>
            <p:cNvSpPr/>
            <p:nvPr/>
          </p:nvSpPr>
          <p:spPr>
            <a:xfrm>
              <a:off x="4002016" y="4011319"/>
              <a:ext cx="50802" cy="19305"/>
            </a:xfrm>
            <a:custGeom>
              <a:rect b="b" l="l" r="r" t="t"/>
              <a:pathLst>
                <a:path extrusionOk="0" h="8" w="21">
                  <a:moveTo>
                    <a:pt x="21" y="4"/>
                  </a:moveTo>
                  <a:cubicBezTo>
                    <a:pt x="21" y="4"/>
                    <a:pt x="21" y="4"/>
                    <a:pt x="21" y="4"/>
                  </a:cubicBezTo>
                  <a:cubicBezTo>
                    <a:pt x="21" y="6"/>
                    <a:pt x="20" y="8"/>
                    <a:pt x="17" y="8"/>
                  </a:cubicBezTo>
                  <a:cubicBezTo>
                    <a:pt x="4" y="8"/>
                    <a:pt x="4" y="8"/>
                    <a:pt x="4" y="8"/>
                  </a:cubicBezTo>
                  <a:cubicBezTo>
                    <a:pt x="1" y="8"/>
                    <a:pt x="0" y="6"/>
                    <a:pt x="0" y="4"/>
                  </a:cubicBezTo>
                  <a:cubicBezTo>
                    <a:pt x="0" y="4"/>
                    <a:pt x="0" y="4"/>
                    <a:pt x="0" y="4"/>
                  </a:cubicBezTo>
                  <a:cubicBezTo>
                    <a:pt x="0" y="2"/>
                    <a:pt x="1" y="0"/>
                    <a:pt x="4" y="0"/>
                  </a:cubicBezTo>
                  <a:cubicBezTo>
                    <a:pt x="17" y="0"/>
                    <a:pt x="17" y="0"/>
                    <a:pt x="17" y="0"/>
                  </a:cubicBezTo>
                  <a:cubicBezTo>
                    <a:pt x="20" y="0"/>
                    <a:pt x="21" y="2"/>
                    <a:pt x="21"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33"/>
            <p:cNvSpPr/>
            <p:nvPr/>
          </p:nvSpPr>
          <p:spPr>
            <a:xfrm>
              <a:off x="4023353" y="3950357"/>
              <a:ext cx="45722" cy="45722"/>
            </a:xfrm>
            <a:custGeom>
              <a:rect b="b" l="l" r="r" t="t"/>
              <a:pathLst>
                <a:path extrusionOk="0" h="19" w="19">
                  <a:moveTo>
                    <a:pt x="17" y="17"/>
                  </a:moveTo>
                  <a:cubicBezTo>
                    <a:pt x="17" y="17"/>
                    <a:pt x="17" y="17"/>
                    <a:pt x="17" y="17"/>
                  </a:cubicBezTo>
                  <a:cubicBezTo>
                    <a:pt x="16" y="19"/>
                    <a:pt x="13" y="19"/>
                    <a:pt x="12" y="17"/>
                  </a:cubicBezTo>
                  <a:cubicBezTo>
                    <a:pt x="2" y="8"/>
                    <a:pt x="2" y="8"/>
                    <a:pt x="2" y="8"/>
                  </a:cubicBezTo>
                  <a:cubicBezTo>
                    <a:pt x="0" y="6"/>
                    <a:pt x="0" y="3"/>
                    <a:pt x="2" y="2"/>
                  </a:cubicBezTo>
                  <a:cubicBezTo>
                    <a:pt x="2" y="2"/>
                    <a:pt x="2" y="2"/>
                    <a:pt x="2" y="2"/>
                  </a:cubicBezTo>
                  <a:cubicBezTo>
                    <a:pt x="4" y="0"/>
                    <a:pt x="6" y="0"/>
                    <a:pt x="8" y="2"/>
                  </a:cubicBezTo>
                  <a:cubicBezTo>
                    <a:pt x="17" y="12"/>
                    <a:pt x="17" y="12"/>
                    <a:pt x="17" y="12"/>
                  </a:cubicBezTo>
                  <a:cubicBezTo>
                    <a:pt x="19" y="13"/>
                    <a:pt x="19" y="16"/>
                    <a:pt x="17"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04" name="Google Shape;404;p33"/>
            <p:cNvGrpSpPr/>
            <p:nvPr/>
          </p:nvGrpSpPr>
          <p:grpSpPr>
            <a:xfrm>
              <a:off x="3596291" y="2097038"/>
              <a:ext cx="470136" cy="471525"/>
              <a:chOff x="6972458" y="1244768"/>
              <a:chExt cx="406200" cy="407400"/>
            </a:xfrm>
          </p:grpSpPr>
          <p:sp>
            <p:nvSpPr>
              <p:cNvPr id="405" name="Google Shape;405;p33"/>
              <p:cNvSpPr/>
              <p:nvPr/>
            </p:nvSpPr>
            <p:spPr>
              <a:xfrm>
                <a:off x="6972458" y="1244768"/>
                <a:ext cx="406200" cy="40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33"/>
              <p:cNvSpPr/>
              <p:nvPr/>
            </p:nvSpPr>
            <p:spPr>
              <a:xfrm>
                <a:off x="7001427" y="1276370"/>
                <a:ext cx="345900" cy="344100"/>
              </a:xfrm>
              <a:prstGeom prst="ellipse">
                <a:avLst/>
              </a:prstGeom>
              <a:noFill/>
              <a:ln cap="flat" cmpd="sng" w="15875">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33"/>
              <p:cNvSpPr/>
              <p:nvPr/>
            </p:nvSpPr>
            <p:spPr>
              <a:xfrm>
                <a:off x="7107644" y="1336940"/>
                <a:ext cx="133430" cy="225603"/>
              </a:xfrm>
              <a:custGeom>
                <a:rect b="b" l="l" r="r" t="t"/>
                <a:pathLst>
                  <a:path extrusionOk="0" h="108" w="64">
                    <a:moveTo>
                      <a:pt x="28" y="98"/>
                    </a:moveTo>
                    <a:cubicBezTo>
                      <a:pt x="12" y="96"/>
                      <a:pt x="1" y="88"/>
                      <a:pt x="0" y="73"/>
                    </a:cubicBezTo>
                    <a:cubicBezTo>
                      <a:pt x="19" y="73"/>
                      <a:pt x="19" y="73"/>
                      <a:pt x="19" y="73"/>
                    </a:cubicBezTo>
                    <a:cubicBezTo>
                      <a:pt x="19" y="79"/>
                      <a:pt x="22" y="82"/>
                      <a:pt x="28" y="84"/>
                    </a:cubicBezTo>
                    <a:cubicBezTo>
                      <a:pt x="28" y="60"/>
                      <a:pt x="28" y="60"/>
                      <a:pt x="28" y="60"/>
                    </a:cubicBezTo>
                    <a:cubicBezTo>
                      <a:pt x="15" y="57"/>
                      <a:pt x="0" y="53"/>
                      <a:pt x="0" y="35"/>
                    </a:cubicBezTo>
                    <a:cubicBezTo>
                      <a:pt x="0" y="20"/>
                      <a:pt x="12" y="11"/>
                      <a:pt x="28" y="10"/>
                    </a:cubicBezTo>
                    <a:cubicBezTo>
                      <a:pt x="28" y="0"/>
                      <a:pt x="28" y="0"/>
                      <a:pt x="28" y="0"/>
                    </a:cubicBezTo>
                    <a:cubicBezTo>
                      <a:pt x="36" y="0"/>
                      <a:pt x="36" y="0"/>
                      <a:pt x="36" y="0"/>
                    </a:cubicBezTo>
                    <a:cubicBezTo>
                      <a:pt x="36" y="10"/>
                      <a:pt x="36" y="10"/>
                      <a:pt x="36" y="10"/>
                    </a:cubicBezTo>
                    <a:cubicBezTo>
                      <a:pt x="51" y="11"/>
                      <a:pt x="62" y="19"/>
                      <a:pt x="63" y="34"/>
                    </a:cubicBezTo>
                    <a:cubicBezTo>
                      <a:pt x="44" y="34"/>
                      <a:pt x="44" y="34"/>
                      <a:pt x="44" y="34"/>
                    </a:cubicBezTo>
                    <a:cubicBezTo>
                      <a:pt x="44" y="29"/>
                      <a:pt x="41" y="25"/>
                      <a:pt x="36" y="24"/>
                    </a:cubicBezTo>
                    <a:cubicBezTo>
                      <a:pt x="36" y="47"/>
                      <a:pt x="36" y="47"/>
                      <a:pt x="36" y="47"/>
                    </a:cubicBezTo>
                    <a:cubicBezTo>
                      <a:pt x="49" y="51"/>
                      <a:pt x="64" y="54"/>
                      <a:pt x="64" y="72"/>
                    </a:cubicBezTo>
                    <a:cubicBezTo>
                      <a:pt x="64" y="85"/>
                      <a:pt x="54" y="97"/>
                      <a:pt x="36" y="98"/>
                    </a:cubicBezTo>
                    <a:cubicBezTo>
                      <a:pt x="36" y="108"/>
                      <a:pt x="36" y="108"/>
                      <a:pt x="36" y="108"/>
                    </a:cubicBezTo>
                    <a:cubicBezTo>
                      <a:pt x="28" y="108"/>
                      <a:pt x="28" y="108"/>
                      <a:pt x="28" y="108"/>
                    </a:cubicBezTo>
                    <a:lnTo>
                      <a:pt x="28" y="98"/>
                    </a:lnTo>
                    <a:close/>
                    <a:moveTo>
                      <a:pt x="28" y="45"/>
                    </a:moveTo>
                    <a:cubicBezTo>
                      <a:pt x="28" y="24"/>
                      <a:pt x="28" y="24"/>
                      <a:pt x="28" y="24"/>
                    </a:cubicBezTo>
                    <a:cubicBezTo>
                      <a:pt x="22" y="24"/>
                      <a:pt x="18" y="28"/>
                      <a:pt x="18" y="34"/>
                    </a:cubicBezTo>
                    <a:cubicBezTo>
                      <a:pt x="18" y="40"/>
                      <a:pt x="22" y="43"/>
                      <a:pt x="28" y="45"/>
                    </a:cubicBezTo>
                    <a:close/>
                    <a:moveTo>
                      <a:pt x="36" y="62"/>
                    </a:moveTo>
                    <a:cubicBezTo>
                      <a:pt x="36" y="84"/>
                      <a:pt x="36" y="84"/>
                      <a:pt x="36" y="84"/>
                    </a:cubicBezTo>
                    <a:cubicBezTo>
                      <a:pt x="42" y="83"/>
                      <a:pt x="46" y="79"/>
                      <a:pt x="46" y="73"/>
                    </a:cubicBezTo>
                    <a:cubicBezTo>
                      <a:pt x="46" y="67"/>
                      <a:pt x="42" y="64"/>
                      <a:pt x="36" y="6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08" name="Google Shape;408;p33"/>
            <p:cNvSpPr/>
            <p:nvPr/>
          </p:nvSpPr>
          <p:spPr>
            <a:xfrm>
              <a:off x="1337961" y="2689449"/>
              <a:ext cx="2463905" cy="1760801"/>
            </a:xfrm>
            <a:custGeom>
              <a:rect b="b" l="l" r="r" t="t"/>
              <a:pathLst>
                <a:path extrusionOk="0" h="729" w="1021">
                  <a:moveTo>
                    <a:pt x="1021" y="101"/>
                  </a:moveTo>
                  <a:cubicBezTo>
                    <a:pt x="1021" y="629"/>
                    <a:pt x="1021" y="629"/>
                    <a:pt x="1021" y="629"/>
                  </a:cubicBezTo>
                  <a:cubicBezTo>
                    <a:pt x="1021" y="684"/>
                    <a:pt x="976" y="729"/>
                    <a:pt x="922" y="729"/>
                  </a:cubicBezTo>
                  <a:cubicBezTo>
                    <a:pt x="100" y="729"/>
                    <a:pt x="100" y="729"/>
                    <a:pt x="100" y="729"/>
                  </a:cubicBezTo>
                  <a:cubicBezTo>
                    <a:pt x="45" y="729"/>
                    <a:pt x="0" y="684"/>
                    <a:pt x="0" y="629"/>
                  </a:cubicBezTo>
                  <a:cubicBezTo>
                    <a:pt x="0" y="101"/>
                    <a:pt x="0" y="101"/>
                    <a:pt x="0" y="101"/>
                  </a:cubicBezTo>
                  <a:cubicBezTo>
                    <a:pt x="0" y="45"/>
                    <a:pt x="45" y="0"/>
                    <a:pt x="100" y="0"/>
                  </a:cubicBezTo>
                  <a:cubicBezTo>
                    <a:pt x="922" y="0"/>
                    <a:pt x="922" y="0"/>
                    <a:pt x="922" y="0"/>
                  </a:cubicBezTo>
                  <a:cubicBezTo>
                    <a:pt x="976" y="0"/>
                    <a:pt x="1021" y="45"/>
                    <a:pt x="1021" y="10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33"/>
            <p:cNvSpPr/>
            <p:nvPr/>
          </p:nvSpPr>
          <p:spPr>
            <a:xfrm>
              <a:off x="1887641" y="2472016"/>
              <a:ext cx="1395028" cy="324118"/>
            </a:xfrm>
            <a:custGeom>
              <a:rect b="b" l="l" r="r" t="t"/>
              <a:pathLst>
                <a:path extrusionOk="0" h="134" w="578">
                  <a:moveTo>
                    <a:pt x="493" y="27"/>
                  </a:moveTo>
                  <a:cubicBezTo>
                    <a:pt x="474" y="9"/>
                    <a:pt x="449" y="0"/>
                    <a:pt x="423" y="0"/>
                  </a:cubicBezTo>
                  <a:cubicBezTo>
                    <a:pt x="315" y="0"/>
                    <a:pt x="315" y="0"/>
                    <a:pt x="315" y="0"/>
                  </a:cubicBezTo>
                  <a:cubicBezTo>
                    <a:pt x="263" y="0"/>
                    <a:pt x="263" y="0"/>
                    <a:pt x="263" y="0"/>
                  </a:cubicBezTo>
                  <a:cubicBezTo>
                    <a:pt x="155" y="0"/>
                    <a:pt x="155" y="0"/>
                    <a:pt x="155" y="0"/>
                  </a:cubicBezTo>
                  <a:cubicBezTo>
                    <a:pt x="129" y="0"/>
                    <a:pt x="104" y="9"/>
                    <a:pt x="85" y="27"/>
                  </a:cubicBezTo>
                  <a:cubicBezTo>
                    <a:pt x="0" y="106"/>
                    <a:pt x="0" y="106"/>
                    <a:pt x="0" y="106"/>
                  </a:cubicBezTo>
                  <a:cubicBezTo>
                    <a:pt x="25" y="134"/>
                    <a:pt x="25" y="134"/>
                    <a:pt x="25" y="134"/>
                  </a:cubicBezTo>
                  <a:cubicBezTo>
                    <a:pt x="111" y="55"/>
                    <a:pt x="111" y="55"/>
                    <a:pt x="111" y="55"/>
                  </a:cubicBezTo>
                  <a:cubicBezTo>
                    <a:pt x="123" y="44"/>
                    <a:pt x="138" y="37"/>
                    <a:pt x="155" y="37"/>
                  </a:cubicBezTo>
                  <a:cubicBezTo>
                    <a:pt x="263" y="37"/>
                    <a:pt x="263" y="37"/>
                    <a:pt x="263" y="37"/>
                  </a:cubicBezTo>
                  <a:cubicBezTo>
                    <a:pt x="315" y="37"/>
                    <a:pt x="315" y="37"/>
                    <a:pt x="315" y="37"/>
                  </a:cubicBezTo>
                  <a:cubicBezTo>
                    <a:pt x="423" y="37"/>
                    <a:pt x="423" y="37"/>
                    <a:pt x="423" y="37"/>
                  </a:cubicBezTo>
                  <a:cubicBezTo>
                    <a:pt x="440" y="37"/>
                    <a:pt x="455" y="44"/>
                    <a:pt x="467" y="55"/>
                  </a:cubicBezTo>
                  <a:cubicBezTo>
                    <a:pt x="552" y="134"/>
                    <a:pt x="552" y="134"/>
                    <a:pt x="552" y="134"/>
                  </a:cubicBezTo>
                  <a:cubicBezTo>
                    <a:pt x="578" y="106"/>
                    <a:pt x="578" y="106"/>
                    <a:pt x="578" y="106"/>
                  </a:cubicBezTo>
                  <a:lnTo>
                    <a:pt x="493" y="27"/>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33"/>
            <p:cNvSpPr/>
            <p:nvPr/>
          </p:nvSpPr>
          <p:spPr>
            <a:xfrm>
              <a:off x="2136561" y="2431374"/>
              <a:ext cx="808770" cy="166631"/>
            </a:xfrm>
            <a:custGeom>
              <a:rect b="b" l="l" r="r" t="t"/>
              <a:pathLst>
                <a:path extrusionOk="0" h="69" w="335">
                  <a:moveTo>
                    <a:pt x="313" y="69"/>
                  </a:moveTo>
                  <a:cubicBezTo>
                    <a:pt x="23" y="69"/>
                    <a:pt x="23" y="69"/>
                    <a:pt x="23" y="69"/>
                  </a:cubicBezTo>
                  <a:cubicBezTo>
                    <a:pt x="11" y="69"/>
                    <a:pt x="0" y="59"/>
                    <a:pt x="0" y="46"/>
                  </a:cubicBezTo>
                  <a:cubicBezTo>
                    <a:pt x="0" y="23"/>
                    <a:pt x="0" y="23"/>
                    <a:pt x="0" y="23"/>
                  </a:cubicBezTo>
                  <a:cubicBezTo>
                    <a:pt x="0" y="10"/>
                    <a:pt x="11" y="0"/>
                    <a:pt x="23" y="0"/>
                  </a:cubicBezTo>
                  <a:cubicBezTo>
                    <a:pt x="313" y="0"/>
                    <a:pt x="313" y="0"/>
                    <a:pt x="313" y="0"/>
                  </a:cubicBezTo>
                  <a:cubicBezTo>
                    <a:pt x="325" y="0"/>
                    <a:pt x="335" y="10"/>
                    <a:pt x="335" y="23"/>
                  </a:cubicBezTo>
                  <a:cubicBezTo>
                    <a:pt x="335" y="46"/>
                    <a:pt x="335" y="46"/>
                    <a:pt x="335" y="46"/>
                  </a:cubicBezTo>
                  <a:cubicBezTo>
                    <a:pt x="335" y="59"/>
                    <a:pt x="325" y="69"/>
                    <a:pt x="313" y="6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33"/>
            <p:cNvSpPr/>
            <p:nvPr/>
          </p:nvSpPr>
          <p:spPr>
            <a:xfrm>
              <a:off x="1337961" y="4136293"/>
              <a:ext cx="330215" cy="313957"/>
            </a:xfrm>
            <a:custGeom>
              <a:rect b="b" l="l" r="r" t="t"/>
              <a:pathLst>
                <a:path extrusionOk="0" h="130" w="137">
                  <a:moveTo>
                    <a:pt x="137" y="96"/>
                  </a:moveTo>
                  <a:cubicBezTo>
                    <a:pt x="137" y="107"/>
                    <a:pt x="135" y="119"/>
                    <a:pt x="131" y="130"/>
                  </a:cubicBezTo>
                  <a:cubicBezTo>
                    <a:pt x="100" y="130"/>
                    <a:pt x="100" y="130"/>
                    <a:pt x="100" y="130"/>
                  </a:cubicBezTo>
                  <a:cubicBezTo>
                    <a:pt x="45" y="130"/>
                    <a:pt x="0" y="85"/>
                    <a:pt x="0" y="30"/>
                  </a:cubicBezTo>
                  <a:cubicBezTo>
                    <a:pt x="0" y="9"/>
                    <a:pt x="0" y="9"/>
                    <a:pt x="0" y="9"/>
                  </a:cubicBezTo>
                  <a:cubicBezTo>
                    <a:pt x="12" y="3"/>
                    <a:pt x="27" y="0"/>
                    <a:pt x="41" y="0"/>
                  </a:cubicBezTo>
                  <a:cubicBezTo>
                    <a:pt x="94" y="0"/>
                    <a:pt x="137" y="42"/>
                    <a:pt x="137" y="9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33"/>
            <p:cNvSpPr/>
            <p:nvPr/>
          </p:nvSpPr>
          <p:spPr>
            <a:xfrm>
              <a:off x="3473683" y="4136293"/>
              <a:ext cx="328182" cy="313957"/>
            </a:xfrm>
            <a:custGeom>
              <a:rect b="b" l="l" r="r" t="t"/>
              <a:pathLst>
                <a:path extrusionOk="0" h="130" w="136">
                  <a:moveTo>
                    <a:pt x="136" y="9"/>
                  </a:moveTo>
                  <a:cubicBezTo>
                    <a:pt x="136" y="30"/>
                    <a:pt x="136" y="30"/>
                    <a:pt x="136" y="30"/>
                  </a:cubicBezTo>
                  <a:cubicBezTo>
                    <a:pt x="136" y="85"/>
                    <a:pt x="91" y="130"/>
                    <a:pt x="37" y="130"/>
                  </a:cubicBezTo>
                  <a:cubicBezTo>
                    <a:pt x="6" y="130"/>
                    <a:pt x="6" y="130"/>
                    <a:pt x="6" y="130"/>
                  </a:cubicBezTo>
                  <a:cubicBezTo>
                    <a:pt x="2" y="119"/>
                    <a:pt x="0" y="107"/>
                    <a:pt x="0" y="96"/>
                  </a:cubicBezTo>
                  <a:cubicBezTo>
                    <a:pt x="0" y="42"/>
                    <a:pt x="43" y="0"/>
                    <a:pt x="95" y="0"/>
                  </a:cubicBezTo>
                  <a:cubicBezTo>
                    <a:pt x="110" y="0"/>
                    <a:pt x="124" y="3"/>
                    <a:pt x="136"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33"/>
            <p:cNvSpPr/>
            <p:nvPr/>
          </p:nvSpPr>
          <p:spPr>
            <a:xfrm>
              <a:off x="1325775" y="2880475"/>
              <a:ext cx="2463926" cy="903250"/>
            </a:xfrm>
            <a:custGeom>
              <a:rect b="b" l="l" r="r" t="t"/>
              <a:pathLst>
                <a:path extrusionOk="0" h="374" w="1044">
                  <a:moveTo>
                    <a:pt x="1044" y="0"/>
                  </a:moveTo>
                  <a:cubicBezTo>
                    <a:pt x="1044" y="0"/>
                    <a:pt x="1044" y="0"/>
                    <a:pt x="1044" y="0"/>
                  </a:cubicBezTo>
                  <a:cubicBezTo>
                    <a:pt x="1044" y="206"/>
                    <a:pt x="872" y="374"/>
                    <a:pt x="662" y="374"/>
                  </a:cubicBezTo>
                  <a:cubicBezTo>
                    <a:pt x="382" y="374"/>
                    <a:pt x="382" y="374"/>
                    <a:pt x="382" y="374"/>
                  </a:cubicBezTo>
                  <a:cubicBezTo>
                    <a:pt x="172" y="374"/>
                    <a:pt x="0" y="206"/>
                    <a:pt x="0" y="0"/>
                  </a:cubicBezTo>
                  <a:cubicBezTo>
                    <a:pt x="0" y="0"/>
                    <a:pt x="0" y="0"/>
                    <a:pt x="0" y="0"/>
                  </a:cubicBezTo>
                </a:path>
              </a:pathLst>
            </a:custGeom>
            <a:noFill/>
            <a:ln cap="rnd" cmpd="sng" w="412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33"/>
            <p:cNvSpPr/>
            <p:nvPr/>
          </p:nvSpPr>
          <p:spPr>
            <a:xfrm>
              <a:off x="1943523" y="3534796"/>
              <a:ext cx="166631" cy="403369"/>
            </a:xfrm>
            <a:custGeom>
              <a:rect b="b" l="l" r="r" t="t"/>
              <a:pathLst>
                <a:path extrusionOk="0" h="167" w="69">
                  <a:moveTo>
                    <a:pt x="0" y="151"/>
                  </a:moveTo>
                  <a:cubicBezTo>
                    <a:pt x="0" y="16"/>
                    <a:pt x="0" y="16"/>
                    <a:pt x="0" y="16"/>
                  </a:cubicBezTo>
                  <a:cubicBezTo>
                    <a:pt x="0" y="7"/>
                    <a:pt x="7" y="0"/>
                    <a:pt x="16" y="0"/>
                  </a:cubicBezTo>
                  <a:cubicBezTo>
                    <a:pt x="53" y="0"/>
                    <a:pt x="53" y="0"/>
                    <a:pt x="53" y="0"/>
                  </a:cubicBezTo>
                  <a:cubicBezTo>
                    <a:pt x="62" y="0"/>
                    <a:pt x="69" y="7"/>
                    <a:pt x="69" y="16"/>
                  </a:cubicBezTo>
                  <a:cubicBezTo>
                    <a:pt x="69" y="151"/>
                    <a:pt x="69" y="151"/>
                    <a:pt x="69" y="151"/>
                  </a:cubicBezTo>
                  <a:cubicBezTo>
                    <a:pt x="69" y="160"/>
                    <a:pt x="62" y="167"/>
                    <a:pt x="53" y="167"/>
                  </a:cubicBezTo>
                  <a:cubicBezTo>
                    <a:pt x="16" y="167"/>
                    <a:pt x="16" y="167"/>
                    <a:pt x="16" y="167"/>
                  </a:cubicBezTo>
                  <a:cubicBezTo>
                    <a:pt x="7" y="167"/>
                    <a:pt x="0" y="160"/>
                    <a:pt x="0" y="15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33"/>
            <p:cNvSpPr/>
            <p:nvPr/>
          </p:nvSpPr>
          <p:spPr>
            <a:xfrm>
              <a:off x="1943523" y="3822335"/>
              <a:ext cx="166800" cy="36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33"/>
            <p:cNvSpPr/>
            <p:nvPr/>
          </p:nvSpPr>
          <p:spPr>
            <a:xfrm>
              <a:off x="3061170" y="3534796"/>
              <a:ext cx="166631" cy="403369"/>
            </a:xfrm>
            <a:custGeom>
              <a:rect b="b" l="l" r="r" t="t"/>
              <a:pathLst>
                <a:path extrusionOk="0" h="167" w="69">
                  <a:moveTo>
                    <a:pt x="0" y="151"/>
                  </a:moveTo>
                  <a:cubicBezTo>
                    <a:pt x="0" y="16"/>
                    <a:pt x="0" y="16"/>
                    <a:pt x="0" y="16"/>
                  </a:cubicBezTo>
                  <a:cubicBezTo>
                    <a:pt x="0" y="7"/>
                    <a:pt x="7" y="0"/>
                    <a:pt x="16" y="0"/>
                  </a:cubicBezTo>
                  <a:cubicBezTo>
                    <a:pt x="53" y="0"/>
                    <a:pt x="53" y="0"/>
                    <a:pt x="53" y="0"/>
                  </a:cubicBezTo>
                  <a:cubicBezTo>
                    <a:pt x="62" y="0"/>
                    <a:pt x="69" y="7"/>
                    <a:pt x="69" y="16"/>
                  </a:cubicBezTo>
                  <a:cubicBezTo>
                    <a:pt x="69" y="151"/>
                    <a:pt x="69" y="151"/>
                    <a:pt x="69" y="151"/>
                  </a:cubicBezTo>
                  <a:cubicBezTo>
                    <a:pt x="69" y="160"/>
                    <a:pt x="62" y="167"/>
                    <a:pt x="53" y="167"/>
                  </a:cubicBezTo>
                  <a:cubicBezTo>
                    <a:pt x="16" y="167"/>
                    <a:pt x="16" y="167"/>
                    <a:pt x="16" y="167"/>
                  </a:cubicBezTo>
                  <a:cubicBezTo>
                    <a:pt x="7" y="167"/>
                    <a:pt x="0" y="160"/>
                    <a:pt x="0" y="15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33"/>
            <p:cNvSpPr/>
            <p:nvPr/>
          </p:nvSpPr>
          <p:spPr>
            <a:xfrm>
              <a:off x="3061170" y="3822335"/>
              <a:ext cx="166800" cy="36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33"/>
            <p:cNvSpPr/>
            <p:nvPr/>
          </p:nvSpPr>
          <p:spPr>
            <a:xfrm>
              <a:off x="987426" y="2454743"/>
              <a:ext cx="726471" cy="962193"/>
            </a:xfrm>
            <a:custGeom>
              <a:rect b="b" l="l" r="r" t="t"/>
              <a:pathLst>
                <a:path extrusionOk="0" h="398" w="301">
                  <a:moveTo>
                    <a:pt x="262" y="398"/>
                  </a:moveTo>
                  <a:cubicBezTo>
                    <a:pt x="39" y="398"/>
                    <a:pt x="39" y="398"/>
                    <a:pt x="39" y="398"/>
                  </a:cubicBezTo>
                  <a:cubicBezTo>
                    <a:pt x="17" y="398"/>
                    <a:pt x="0" y="380"/>
                    <a:pt x="0" y="359"/>
                  </a:cubicBezTo>
                  <a:cubicBezTo>
                    <a:pt x="0" y="39"/>
                    <a:pt x="0" y="39"/>
                    <a:pt x="0" y="39"/>
                  </a:cubicBezTo>
                  <a:cubicBezTo>
                    <a:pt x="0" y="18"/>
                    <a:pt x="17" y="0"/>
                    <a:pt x="39" y="0"/>
                  </a:cubicBezTo>
                  <a:cubicBezTo>
                    <a:pt x="262" y="0"/>
                    <a:pt x="262" y="0"/>
                    <a:pt x="262" y="0"/>
                  </a:cubicBezTo>
                  <a:cubicBezTo>
                    <a:pt x="283" y="0"/>
                    <a:pt x="301" y="18"/>
                    <a:pt x="301" y="39"/>
                  </a:cubicBezTo>
                  <a:cubicBezTo>
                    <a:pt x="301" y="359"/>
                    <a:pt x="301" y="359"/>
                    <a:pt x="301" y="359"/>
                  </a:cubicBezTo>
                  <a:cubicBezTo>
                    <a:pt x="301" y="380"/>
                    <a:pt x="283" y="398"/>
                    <a:pt x="262" y="39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33"/>
            <p:cNvSpPr/>
            <p:nvPr/>
          </p:nvSpPr>
          <p:spPr>
            <a:xfrm>
              <a:off x="1060581" y="2556347"/>
              <a:ext cx="579145" cy="191016"/>
            </a:xfrm>
            <a:custGeom>
              <a:rect b="b" l="l" r="r" t="t"/>
              <a:pathLst>
                <a:path extrusionOk="0" h="79" w="240">
                  <a:moveTo>
                    <a:pt x="234" y="79"/>
                  </a:moveTo>
                  <a:cubicBezTo>
                    <a:pt x="6" y="79"/>
                    <a:pt x="6" y="79"/>
                    <a:pt x="6" y="79"/>
                  </a:cubicBezTo>
                  <a:cubicBezTo>
                    <a:pt x="3" y="79"/>
                    <a:pt x="0" y="77"/>
                    <a:pt x="0" y="74"/>
                  </a:cubicBezTo>
                  <a:cubicBezTo>
                    <a:pt x="0" y="6"/>
                    <a:pt x="0" y="6"/>
                    <a:pt x="0" y="6"/>
                  </a:cubicBezTo>
                  <a:cubicBezTo>
                    <a:pt x="0" y="2"/>
                    <a:pt x="3" y="0"/>
                    <a:pt x="6" y="0"/>
                  </a:cubicBezTo>
                  <a:cubicBezTo>
                    <a:pt x="234" y="0"/>
                    <a:pt x="234" y="0"/>
                    <a:pt x="234" y="0"/>
                  </a:cubicBezTo>
                  <a:cubicBezTo>
                    <a:pt x="238" y="0"/>
                    <a:pt x="240" y="2"/>
                    <a:pt x="240" y="6"/>
                  </a:cubicBezTo>
                  <a:cubicBezTo>
                    <a:pt x="240" y="74"/>
                    <a:pt x="240" y="74"/>
                    <a:pt x="240" y="74"/>
                  </a:cubicBezTo>
                  <a:cubicBezTo>
                    <a:pt x="240" y="77"/>
                    <a:pt x="238" y="79"/>
                    <a:pt x="234" y="7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33"/>
            <p:cNvSpPr/>
            <p:nvPr/>
          </p:nvSpPr>
          <p:spPr>
            <a:xfrm>
              <a:off x="1061094" y="2827630"/>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33"/>
            <p:cNvSpPr/>
            <p:nvPr/>
          </p:nvSpPr>
          <p:spPr>
            <a:xfrm>
              <a:off x="1212484"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33"/>
            <p:cNvSpPr/>
            <p:nvPr/>
          </p:nvSpPr>
          <p:spPr>
            <a:xfrm>
              <a:off x="1364891"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33"/>
            <p:cNvSpPr/>
            <p:nvPr/>
          </p:nvSpPr>
          <p:spPr>
            <a:xfrm>
              <a:off x="1514249"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33"/>
            <p:cNvSpPr/>
            <p:nvPr/>
          </p:nvSpPr>
          <p:spPr>
            <a:xfrm>
              <a:off x="1061094" y="2957684"/>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33"/>
            <p:cNvSpPr/>
            <p:nvPr/>
          </p:nvSpPr>
          <p:spPr>
            <a:xfrm>
              <a:off x="1212484"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33"/>
            <p:cNvSpPr/>
            <p:nvPr/>
          </p:nvSpPr>
          <p:spPr>
            <a:xfrm>
              <a:off x="1364378"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33"/>
            <p:cNvSpPr/>
            <p:nvPr/>
          </p:nvSpPr>
          <p:spPr>
            <a:xfrm>
              <a:off x="1513737"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33"/>
            <p:cNvSpPr/>
            <p:nvPr/>
          </p:nvSpPr>
          <p:spPr>
            <a:xfrm>
              <a:off x="1061094" y="3087737"/>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33"/>
            <p:cNvSpPr/>
            <p:nvPr/>
          </p:nvSpPr>
          <p:spPr>
            <a:xfrm>
              <a:off x="1211972" y="3087737"/>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33"/>
            <p:cNvSpPr/>
            <p:nvPr/>
          </p:nvSpPr>
          <p:spPr>
            <a:xfrm>
              <a:off x="1364891" y="3087737"/>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33"/>
            <p:cNvSpPr/>
            <p:nvPr/>
          </p:nvSpPr>
          <p:spPr>
            <a:xfrm>
              <a:off x="1060581" y="3218806"/>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33"/>
            <p:cNvSpPr/>
            <p:nvPr/>
          </p:nvSpPr>
          <p:spPr>
            <a:xfrm>
              <a:off x="1211972" y="3218806"/>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33"/>
            <p:cNvSpPr/>
            <p:nvPr/>
          </p:nvSpPr>
          <p:spPr>
            <a:xfrm>
              <a:off x="1364378" y="3218806"/>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4" name="Google Shape;434;p33"/>
            <p:cNvSpPr/>
            <p:nvPr/>
          </p:nvSpPr>
          <p:spPr>
            <a:xfrm>
              <a:off x="1514249" y="3087737"/>
              <a:ext cx="125989" cy="227594"/>
            </a:xfrm>
            <a:custGeom>
              <a:rect b="b" l="l" r="r" t="t"/>
              <a:pathLst>
                <a:path extrusionOk="0" h="94" w="52">
                  <a:moveTo>
                    <a:pt x="50" y="0"/>
                  </a:moveTo>
                  <a:cubicBezTo>
                    <a:pt x="2" y="0"/>
                    <a:pt x="2" y="0"/>
                    <a:pt x="2" y="0"/>
                  </a:cubicBezTo>
                  <a:cubicBezTo>
                    <a:pt x="1" y="0"/>
                    <a:pt x="0" y="1"/>
                    <a:pt x="0" y="2"/>
                  </a:cubicBezTo>
                  <a:cubicBezTo>
                    <a:pt x="0" y="23"/>
                    <a:pt x="0" y="23"/>
                    <a:pt x="0" y="23"/>
                  </a:cubicBezTo>
                  <a:cubicBezTo>
                    <a:pt x="0" y="38"/>
                    <a:pt x="0" y="38"/>
                    <a:pt x="0" y="38"/>
                  </a:cubicBezTo>
                  <a:cubicBezTo>
                    <a:pt x="0" y="92"/>
                    <a:pt x="0" y="92"/>
                    <a:pt x="0" y="92"/>
                  </a:cubicBezTo>
                  <a:cubicBezTo>
                    <a:pt x="0" y="93"/>
                    <a:pt x="2" y="94"/>
                    <a:pt x="3" y="94"/>
                  </a:cubicBezTo>
                  <a:cubicBezTo>
                    <a:pt x="50" y="94"/>
                    <a:pt x="50" y="94"/>
                    <a:pt x="50" y="94"/>
                  </a:cubicBezTo>
                  <a:cubicBezTo>
                    <a:pt x="51" y="94"/>
                    <a:pt x="52" y="93"/>
                    <a:pt x="52" y="92"/>
                  </a:cubicBezTo>
                  <a:cubicBezTo>
                    <a:pt x="52" y="38"/>
                    <a:pt x="52" y="38"/>
                    <a:pt x="52" y="38"/>
                  </a:cubicBezTo>
                  <a:cubicBezTo>
                    <a:pt x="52" y="23"/>
                    <a:pt x="52" y="23"/>
                    <a:pt x="52" y="23"/>
                  </a:cubicBezTo>
                  <a:cubicBezTo>
                    <a:pt x="52" y="2"/>
                    <a:pt x="52" y="2"/>
                    <a:pt x="52" y="2"/>
                  </a:cubicBezTo>
                  <a:cubicBezTo>
                    <a:pt x="52" y="1"/>
                    <a:pt x="51" y="0"/>
                    <a:pt x="5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435" name="Google Shape;435;p33"/>
            <p:cNvCxnSpPr/>
            <p:nvPr/>
          </p:nvCxnSpPr>
          <p:spPr>
            <a:xfrm>
              <a:off x="869565" y="4450250"/>
              <a:ext cx="3400500" cy="0"/>
            </a:xfrm>
            <a:prstGeom prst="straightConnector1">
              <a:avLst/>
            </a:prstGeom>
            <a:noFill/>
            <a:ln cap="flat" cmpd="sng" w="22225">
              <a:solidFill>
                <a:schemeClr val="dk2"/>
              </a:solidFill>
              <a:prstDash val="solid"/>
              <a:miter lim="800000"/>
              <a:headEnd len="med" w="med" type="none"/>
              <a:tailEnd len="med" w="med" type="none"/>
            </a:ln>
          </p:spPr>
        </p:cxnSp>
        <p:grpSp>
          <p:nvGrpSpPr>
            <p:cNvPr id="436" name="Google Shape;436;p33"/>
            <p:cNvGrpSpPr/>
            <p:nvPr/>
          </p:nvGrpSpPr>
          <p:grpSpPr>
            <a:xfrm>
              <a:off x="715095" y="3609936"/>
              <a:ext cx="470136" cy="471525"/>
              <a:chOff x="6972458" y="1244768"/>
              <a:chExt cx="406200" cy="407400"/>
            </a:xfrm>
          </p:grpSpPr>
          <p:sp>
            <p:nvSpPr>
              <p:cNvPr id="437" name="Google Shape;437;p33"/>
              <p:cNvSpPr/>
              <p:nvPr/>
            </p:nvSpPr>
            <p:spPr>
              <a:xfrm>
                <a:off x="6972458" y="1244768"/>
                <a:ext cx="406200" cy="40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8" name="Google Shape;438;p33"/>
              <p:cNvSpPr/>
              <p:nvPr/>
            </p:nvSpPr>
            <p:spPr>
              <a:xfrm>
                <a:off x="7001427" y="1276370"/>
                <a:ext cx="345900" cy="344100"/>
              </a:xfrm>
              <a:prstGeom prst="ellipse">
                <a:avLst/>
              </a:prstGeom>
              <a:noFill/>
              <a:ln cap="flat" cmpd="sng" w="15875">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33"/>
              <p:cNvSpPr/>
              <p:nvPr/>
            </p:nvSpPr>
            <p:spPr>
              <a:xfrm>
                <a:off x="7107644" y="1336940"/>
                <a:ext cx="133430" cy="225603"/>
              </a:xfrm>
              <a:custGeom>
                <a:rect b="b" l="l" r="r" t="t"/>
                <a:pathLst>
                  <a:path extrusionOk="0" h="108" w="64">
                    <a:moveTo>
                      <a:pt x="28" y="98"/>
                    </a:moveTo>
                    <a:cubicBezTo>
                      <a:pt x="12" y="96"/>
                      <a:pt x="1" y="88"/>
                      <a:pt x="0" y="73"/>
                    </a:cubicBezTo>
                    <a:cubicBezTo>
                      <a:pt x="19" y="73"/>
                      <a:pt x="19" y="73"/>
                      <a:pt x="19" y="73"/>
                    </a:cubicBezTo>
                    <a:cubicBezTo>
                      <a:pt x="19" y="79"/>
                      <a:pt x="22" y="82"/>
                      <a:pt x="28" y="84"/>
                    </a:cubicBezTo>
                    <a:cubicBezTo>
                      <a:pt x="28" y="60"/>
                      <a:pt x="28" y="60"/>
                      <a:pt x="28" y="60"/>
                    </a:cubicBezTo>
                    <a:cubicBezTo>
                      <a:pt x="15" y="57"/>
                      <a:pt x="0" y="53"/>
                      <a:pt x="0" y="35"/>
                    </a:cubicBezTo>
                    <a:cubicBezTo>
                      <a:pt x="0" y="20"/>
                      <a:pt x="12" y="11"/>
                      <a:pt x="28" y="10"/>
                    </a:cubicBezTo>
                    <a:cubicBezTo>
                      <a:pt x="28" y="0"/>
                      <a:pt x="28" y="0"/>
                      <a:pt x="28" y="0"/>
                    </a:cubicBezTo>
                    <a:cubicBezTo>
                      <a:pt x="36" y="0"/>
                      <a:pt x="36" y="0"/>
                      <a:pt x="36" y="0"/>
                    </a:cubicBezTo>
                    <a:cubicBezTo>
                      <a:pt x="36" y="10"/>
                      <a:pt x="36" y="10"/>
                      <a:pt x="36" y="10"/>
                    </a:cubicBezTo>
                    <a:cubicBezTo>
                      <a:pt x="51" y="11"/>
                      <a:pt x="62" y="19"/>
                      <a:pt x="63" y="34"/>
                    </a:cubicBezTo>
                    <a:cubicBezTo>
                      <a:pt x="44" y="34"/>
                      <a:pt x="44" y="34"/>
                      <a:pt x="44" y="34"/>
                    </a:cubicBezTo>
                    <a:cubicBezTo>
                      <a:pt x="44" y="29"/>
                      <a:pt x="41" y="25"/>
                      <a:pt x="36" y="24"/>
                    </a:cubicBezTo>
                    <a:cubicBezTo>
                      <a:pt x="36" y="47"/>
                      <a:pt x="36" y="47"/>
                      <a:pt x="36" y="47"/>
                    </a:cubicBezTo>
                    <a:cubicBezTo>
                      <a:pt x="49" y="51"/>
                      <a:pt x="64" y="54"/>
                      <a:pt x="64" y="72"/>
                    </a:cubicBezTo>
                    <a:cubicBezTo>
                      <a:pt x="64" y="85"/>
                      <a:pt x="54" y="97"/>
                      <a:pt x="36" y="98"/>
                    </a:cubicBezTo>
                    <a:cubicBezTo>
                      <a:pt x="36" y="108"/>
                      <a:pt x="36" y="108"/>
                      <a:pt x="36" y="108"/>
                    </a:cubicBezTo>
                    <a:cubicBezTo>
                      <a:pt x="28" y="108"/>
                      <a:pt x="28" y="108"/>
                      <a:pt x="28" y="108"/>
                    </a:cubicBezTo>
                    <a:lnTo>
                      <a:pt x="28" y="98"/>
                    </a:lnTo>
                    <a:close/>
                    <a:moveTo>
                      <a:pt x="28" y="45"/>
                    </a:moveTo>
                    <a:cubicBezTo>
                      <a:pt x="28" y="24"/>
                      <a:pt x="28" y="24"/>
                      <a:pt x="28" y="24"/>
                    </a:cubicBezTo>
                    <a:cubicBezTo>
                      <a:pt x="22" y="24"/>
                      <a:pt x="18" y="28"/>
                      <a:pt x="18" y="34"/>
                    </a:cubicBezTo>
                    <a:cubicBezTo>
                      <a:pt x="18" y="40"/>
                      <a:pt x="22" y="43"/>
                      <a:pt x="28" y="45"/>
                    </a:cubicBezTo>
                    <a:close/>
                    <a:moveTo>
                      <a:pt x="36" y="62"/>
                    </a:moveTo>
                    <a:cubicBezTo>
                      <a:pt x="36" y="84"/>
                      <a:pt x="36" y="84"/>
                      <a:pt x="36" y="84"/>
                    </a:cubicBezTo>
                    <a:cubicBezTo>
                      <a:pt x="42" y="83"/>
                      <a:pt x="46" y="79"/>
                      <a:pt x="46" y="73"/>
                    </a:cubicBezTo>
                    <a:cubicBezTo>
                      <a:pt x="46" y="67"/>
                      <a:pt x="42" y="64"/>
                      <a:pt x="36" y="6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Descriptive Statistics</a:t>
            </a:r>
            <a:endParaRPr/>
          </a:p>
        </p:txBody>
      </p:sp>
      <p:pic>
        <p:nvPicPr>
          <p:cNvPr id="445" name="Google Shape;445;p34"/>
          <p:cNvPicPr preferRelativeResize="0"/>
          <p:nvPr/>
        </p:nvPicPr>
        <p:blipFill>
          <a:blip r:embed="rId3">
            <a:alphaModFix/>
          </a:blip>
          <a:stretch>
            <a:fillRect/>
          </a:stretch>
        </p:blipFill>
        <p:spPr>
          <a:xfrm>
            <a:off x="426275" y="1170125"/>
            <a:ext cx="8307901" cy="3629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 distribution</a:t>
            </a:r>
            <a:endParaRPr/>
          </a:p>
        </p:txBody>
      </p:sp>
      <p:pic>
        <p:nvPicPr>
          <p:cNvPr id="451" name="Google Shape;451;p35"/>
          <p:cNvPicPr preferRelativeResize="0"/>
          <p:nvPr/>
        </p:nvPicPr>
        <p:blipFill>
          <a:blip r:embed="rId3">
            <a:alphaModFix/>
          </a:blip>
          <a:stretch>
            <a:fillRect/>
          </a:stretch>
        </p:blipFill>
        <p:spPr>
          <a:xfrm>
            <a:off x="785125" y="1170125"/>
            <a:ext cx="7383575" cy="3695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Day distribution</a:t>
            </a:r>
            <a:endParaRPr/>
          </a:p>
        </p:txBody>
      </p:sp>
      <p:pic>
        <p:nvPicPr>
          <p:cNvPr id="457" name="Google Shape;457;p36"/>
          <p:cNvPicPr preferRelativeResize="0"/>
          <p:nvPr/>
        </p:nvPicPr>
        <p:blipFill>
          <a:blip r:embed="rId3">
            <a:alphaModFix/>
          </a:blip>
          <a:stretch>
            <a:fillRect/>
          </a:stretch>
        </p:blipFill>
        <p:spPr>
          <a:xfrm>
            <a:off x="720000" y="1170125"/>
            <a:ext cx="7675950" cy="3673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Duration distribution</a:t>
            </a:r>
            <a:endParaRPr/>
          </a:p>
        </p:txBody>
      </p:sp>
      <p:pic>
        <p:nvPicPr>
          <p:cNvPr id="463" name="Google Shape;463;p37"/>
          <p:cNvPicPr preferRelativeResize="0"/>
          <p:nvPr/>
        </p:nvPicPr>
        <p:blipFill>
          <a:blip r:embed="rId3">
            <a:alphaModFix/>
          </a:blip>
          <a:stretch>
            <a:fillRect/>
          </a:stretch>
        </p:blipFill>
        <p:spPr>
          <a:xfrm>
            <a:off x="732600" y="1170125"/>
            <a:ext cx="7703999" cy="37493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Job distribution</a:t>
            </a:r>
            <a:endParaRPr/>
          </a:p>
        </p:txBody>
      </p:sp>
      <p:pic>
        <p:nvPicPr>
          <p:cNvPr id="469" name="Google Shape;469;p38"/>
          <p:cNvPicPr preferRelativeResize="0"/>
          <p:nvPr/>
        </p:nvPicPr>
        <p:blipFill>
          <a:blip r:embed="rId3">
            <a:alphaModFix/>
          </a:blip>
          <a:stretch>
            <a:fillRect/>
          </a:stretch>
        </p:blipFill>
        <p:spPr>
          <a:xfrm>
            <a:off x="1413800" y="1159250"/>
            <a:ext cx="6404991" cy="3820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Marital distribution</a:t>
            </a:r>
            <a:endParaRPr/>
          </a:p>
        </p:txBody>
      </p:sp>
      <p:pic>
        <p:nvPicPr>
          <p:cNvPr id="475" name="Google Shape;475;p39"/>
          <p:cNvPicPr preferRelativeResize="0"/>
          <p:nvPr/>
        </p:nvPicPr>
        <p:blipFill>
          <a:blip r:embed="rId3">
            <a:alphaModFix/>
          </a:blip>
          <a:stretch>
            <a:fillRect/>
          </a:stretch>
        </p:blipFill>
        <p:spPr>
          <a:xfrm>
            <a:off x="1369500" y="1159250"/>
            <a:ext cx="6404991" cy="38209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Education distribution</a:t>
            </a:r>
            <a:endParaRPr/>
          </a:p>
        </p:txBody>
      </p:sp>
      <p:pic>
        <p:nvPicPr>
          <p:cNvPr id="481" name="Google Shape;481;p40"/>
          <p:cNvPicPr preferRelativeResize="0"/>
          <p:nvPr/>
        </p:nvPicPr>
        <p:blipFill>
          <a:blip r:embed="rId3">
            <a:alphaModFix/>
          </a:blip>
          <a:stretch>
            <a:fillRect/>
          </a:stretch>
        </p:blipFill>
        <p:spPr>
          <a:xfrm>
            <a:off x="1369500" y="1159250"/>
            <a:ext cx="6404991" cy="38209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Housing distribution</a:t>
            </a:r>
            <a:endParaRPr/>
          </a:p>
        </p:txBody>
      </p:sp>
      <p:pic>
        <p:nvPicPr>
          <p:cNvPr id="487" name="Google Shape;487;p41"/>
          <p:cNvPicPr preferRelativeResize="0"/>
          <p:nvPr/>
        </p:nvPicPr>
        <p:blipFill>
          <a:blip r:embed="rId3">
            <a:alphaModFix/>
          </a:blip>
          <a:stretch>
            <a:fillRect/>
          </a:stretch>
        </p:blipFill>
        <p:spPr>
          <a:xfrm>
            <a:off x="1369500" y="1181000"/>
            <a:ext cx="6404991" cy="3820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Loan distribution</a:t>
            </a:r>
            <a:endParaRPr/>
          </a:p>
        </p:txBody>
      </p:sp>
      <p:pic>
        <p:nvPicPr>
          <p:cNvPr id="493" name="Google Shape;493;p42"/>
          <p:cNvPicPr preferRelativeResize="0"/>
          <p:nvPr/>
        </p:nvPicPr>
        <p:blipFill>
          <a:blip r:embed="rId3">
            <a:alphaModFix/>
          </a:blip>
          <a:stretch>
            <a:fillRect/>
          </a:stretch>
        </p:blipFill>
        <p:spPr>
          <a:xfrm>
            <a:off x="1369500" y="1148375"/>
            <a:ext cx="6404991" cy="38209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Contact distribution</a:t>
            </a:r>
            <a:endParaRPr/>
          </a:p>
        </p:txBody>
      </p:sp>
      <p:pic>
        <p:nvPicPr>
          <p:cNvPr id="499" name="Google Shape;499;p43"/>
          <p:cNvPicPr preferRelativeResize="0"/>
          <p:nvPr/>
        </p:nvPicPr>
        <p:blipFill>
          <a:blip r:embed="rId3">
            <a:alphaModFix/>
          </a:blip>
          <a:stretch>
            <a:fillRect/>
          </a:stretch>
        </p:blipFill>
        <p:spPr>
          <a:xfrm>
            <a:off x="1369500" y="1191875"/>
            <a:ext cx="6404991" cy="38209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 distribution</a:t>
            </a:r>
            <a:endParaRPr/>
          </a:p>
        </p:txBody>
      </p:sp>
      <p:pic>
        <p:nvPicPr>
          <p:cNvPr id="505" name="Google Shape;505;p44"/>
          <p:cNvPicPr preferRelativeResize="0"/>
          <p:nvPr/>
        </p:nvPicPr>
        <p:blipFill>
          <a:blip r:embed="rId3">
            <a:alphaModFix/>
          </a:blip>
          <a:stretch>
            <a:fillRect/>
          </a:stretch>
        </p:blipFill>
        <p:spPr>
          <a:xfrm>
            <a:off x="1369500" y="1148375"/>
            <a:ext cx="6404991" cy="38209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Correlation among numeric variables</a:t>
            </a:r>
            <a:endParaRPr/>
          </a:p>
        </p:txBody>
      </p:sp>
      <p:pic>
        <p:nvPicPr>
          <p:cNvPr id="511" name="Google Shape;511;p45"/>
          <p:cNvPicPr preferRelativeResize="0"/>
          <p:nvPr/>
        </p:nvPicPr>
        <p:blipFill>
          <a:blip r:embed="rId3">
            <a:alphaModFix/>
          </a:blip>
          <a:stretch>
            <a:fillRect/>
          </a:stretch>
        </p:blipFill>
        <p:spPr>
          <a:xfrm>
            <a:off x="720000" y="1159250"/>
            <a:ext cx="7274726"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6"/>
          <p:cNvSpPr txBox="1"/>
          <p:nvPr>
            <p:ph type="title"/>
          </p:nvPr>
        </p:nvSpPr>
        <p:spPr>
          <a:xfrm>
            <a:off x="5429325" y="2282000"/>
            <a:ext cx="3652800" cy="16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Principal Component Analysis (PCA)</a:t>
            </a:r>
            <a:endParaRPr sz="3800"/>
          </a:p>
        </p:txBody>
      </p:sp>
      <p:sp>
        <p:nvSpPr>
          <p:cNvPr id="517" name="Google Shape;517;p46"/>
          <p:cNvSpPr txBox="1"/>
          <p:nvPr>
            <p:ph idx="2" type="title"/>
          </p:nvPr>
        </p:nvSpPr>
        <p:spPr>
          <a:xfrm>
            <a:off x="5429325" y="1195875"/>
            <a:ext cx="1595400" cy="128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grpSp>
        <p:nvGrpSpPr>
          <p:cNvPr id="518" name="Google Shape;518;p46"/>
          <p:cNvGrpSpPr/>
          <p:nvPr/>
        </p:nvGrpSpPr>
        <p:grpSpPr>
          <a:xfrm>
            <a:off x="715095" y="1252925"/>
            <a:ext cx="3719259" cy="2637651"/>
            <a:chOff x="715095" y="1812600"/>
            <a:chExt cx="3719259" cy="2637651"/>
          </a:xfrm>
        </p:grpSpPr>
        <p:sp>
          <p:nvSpPr>
            <p:cNvPr id="519" name="Google Shape;519;p46"/>
            <p:cNvSpPr/>
            <p:nvPr/>
          </p:nvSpPr>
          <p:spPr>
            <a:xfrm>
              <a:off x="869575" y="1812600"/>
              <a:ext cx="3400500" cy="2637651"/>
            </a:xfrm>
            <a:custGeom>
              <a:rect b="b" l="l" r="r" t="t"/>
              <a:pathLst>
                <a:path extrusionOk="0" h="1063" w="1598">
                  <a:moveTo>
                    <a:pt x="279" y="1011"/>
                  </a:moveTo>
                  <a:cubicBezTo>
                    <a:pt x="1244" y="1063"/>
                    <a:pt x="1244" y="1063"/>
                    <a:pt x="1244" y="1063"/>
                  </a:cubicBezTo>
                  <a:cubicBezTo>
                    <a:pt x="1366" y="961"/>
                    <a:pt x="1458" y="823"/>
                    <a:pt x="1523" y="679"/>
                  </a:cubicBezTo>
                  <a:cubicBezTo>
                    <a:pt x="1582" y="548"/>
                    <a:pt x="1598" y="349"/>
                    <a:pt x="1535" y="217"/>
                  </a:cubicBezTo>
                  <a:cubicBezTo>
                    <a:pt x="1432" y="0"/>
                    <a:pt x="1203" y="98"/>
                    <a:pt x="1037" y="168"/>
                  </a:cubicBezTo>
                  <a:cubicBezTo>
                    <a:pt x="862" y="240"/>
                    <a:pt x="756" y="186"/>
                    <a:pt x="593" y="121"/>
                  </a:cubicBezTo>
                  <a:cubicBezTo>
                    <a:pt x="349" y="22"/>
                    <a:pt x="63" y="211"/>
                    <a:pt x="28" y="466"/>
                  </a:cubicBezTo>
                  <a:cubicBezTo>
                    <a:pt x="0" y="670"/>
                    <a:pt x="132" y="874"/>
                    <a:pt x="279" y="1011"/>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46"/>
            <p:cNvSpPr/>
            <p:nvPr/>
          </p:nvSpPr>
          <p:spPr>
            <a:xfrm>
              <a:off x="3753605" y="2780893"/>
              <a:ext cx="680749" cy="679733"/>
            </a:xfrm>
            <a:custGeom>
              <a:rect b="b" l="l" r="r" t="t"/>
              <a:pathLst>
                <a:path extrusionOk="0" h="281" w="282">
                  <a:moveTo>
                    <a:pt x="268" y="105"/>
                  </a:moveTo>
                  <a:cubicBezTo>
                    <a:pt x="245" y="105"/>
                    <a:pt x="245" y="105"/>
                    <a:pt x="245" y="105"/>
                  </a:cubicBezTo>
                  <a:cubicBezTo>
                    <a:pt x="243" y="100"/>
                    <a:pt x="242" y="96"/>
                    <a:pt x="239" y="92"/>
                  </a:cubicBezTo>
                  <a:cubicBezTo>
                    <a:pt x="256" y="76"/>
                    <a:pt x="256" y="76"/>
                    <a:pt x="256" y="76"/>
                  </a:cubicBezTo>
                  <a:cubicBezTo>
                    <a:pt x="261" y="70"/>
                    <a:pt x="261" y="61"/>
                    <a:pt x="256" y="56"/>
                  </a:cubicBezTo>
                  <a:cubicBezTo>
                    <a:pt x="225" y="25"/>
                    <a:pt x="225" y="25"/>
                    <a:pt x="225" y="25"/>
                  </a:cubicBezTo>
                  <a:cubicBezTo>
                    <a:pt x="220" y="20"/>
                    <a:pt x="211" y="20"/>
                    <a:pt x="206" y="25"/>
                  </a:cubicBezTo>
                  <a:cubicBezTo>
                    <a:pt x="189" y="42"/>
                    <a:pt x="189" y="42"/>
                    <a:pt x="189" y="42"/>
                  </a:cubicBezTo>
                  <a:cubicBezTo>
                    <a:pt x="185" y="40"/>
                    <a:pt x="181" y="38"/>
                    <a:pt x="177" y="37"/>
                  </a:cubicBezTo>
                  <a:cubicBezTo>
                    <a:pt x="177" y="13"/>
                    <a:pt x="177" y="13"/>
                    <a:pt x="177" y="13"/>
                  </a:cubicBezTo>
                  <a:cubicBezTo>
                    <a:pt x="177" y="6"/>
                    <a:pt x="170" y="0"/>
                    <a:pt x="163" y="0"/>
                  </a:cubicBezTo>
                  <a:cubicBezTo>
                    <a:pt x="120" y="0"/>
                    <a:pt x="120" y="0"/>
                    <a:pt x="120" y="0"/>
                  </a:cubicBezTo>
                  <a:cubicBezTo>
                    <a:pt x="112" y="0"/>
                    <a:pt x="106" y="6"/>
                    <a:pt x="106" y="13"/>
                  </a:cubicBezTo>
                  <a:cubicBezTo>
                    <a:pt x="106" y="37"/>
                    <a:pt x="106" y="37"/>
                    <a:pt x="106" y="37"/>
                  </a:cubicBezTo>
                  <a:cubicBezTo>
                    <a:pt x="101" y="38"/>
                    <a:pt x="97" y="40"/>
                    <a:pt x="93" y="42"/>
                  </a:cubicBezTo>
                  <a:cubicBezTo>
                    <a:pt x="76" y="25"/>
                    <a:pt x="76" y="25"/>
                    <a:pt x="76" y="25"/>
                  </a:cubicBezTo>
                  <a:cubicBezTo>
                    <a:pt x="71" y="20"/>
                    <a:pt x="62" y="20"/>
                    <a:pt x="57" y="25"/>
                  </a:cubicBezTo>
                  <a:cubicBezTo>
                    <a:pt x="26" y="56"/>
                    <a:pt x="26" y="56"/>
                    <a:pt x="26" y="56"/>
                  </a:cubicBezTo>
                  <a:cubicBezTo>
                    <a:pt x="21" y="61"/>
                    <a:pt x="21" y="70"/>
                    <a:pt x="26" y="76"/>
                  </a:cubicBezTo>
                  <a:cubicBezTo>
                    <a:pt x="43" y="92"/>
                    <a:pt x="43" y="92"/>
                    <a:pt x="43" y="92"/>
                  </a:cubicBezTo>
                  <a:cubicBezTo>
                    <a:pt x="41" y="96"/>
                    <a:pt x="39" y="100"/>
                    <a:pt x="37" y="105"/>
                  </a:cubicBezTo>
                  <a:cubicBezTo>
                    <a:pt x="14" y="105"/>
                    <a:pt x="14" y="105"/>
                    <a:pt x="14" y="105"/>
                  </a:cubicBezTo>
                  <a:cubicBezTo>
                    <a:pt x="7" y="105"/>
                    <a:pt x="0" y="111"/>
                    <a:pt x="0" y="119"/>
                  </a:cubicBezTo>
                  <a:cubicBezTo>
                    <a:pt x="0" y="162"/>
                    <a:pt x="0" y="162"/>
                    <a:pt x="0" y="162"/>
                  </a:cubicBezTo>
                  <a:cubicBezTo>
                    <a:pt x="0" y="170"/>
                    <a:pt x="7" y="176"/>
                    <a:pt x="14" y="176"/>
                  </a:cubicBezTo>
                  <a:cubicBezTo>
                    <a:pt x="37" y="176"/>
                    <a:pt x="37" y="176"/>
                    <a:pt x="37" y="176"/>
                  </a:cubicBezTo>
                  <a:cubicBezTo>
                    <a:pt x="39" y="180"/>
                    <a:pt x="41" y="184"/>
                    <a:pt x="43" y="189"/>
                  </a:cubicBezTo>
                  <a:cubicBezTo>
                    <a:pt x="26" y="205"/>
                    <a:pt x="26" y="205"/>
                    <a:pt x="26" y="205"/>
                  </a:cubicBezTo>
                  <a:cubicBezTo>
                    <a:pt x="21" y="210"/>
                    <a:pt x="21" y="219"/>
                    <a:pt x="26" y="225"/>
                  </a:cubicBezTo>
                  <a:cubicBezTo>
                    <a:pt x="57" y="255"/>
                    <a:pt x="57" y="255"/>
                    <a:pt x="57" y="255"/>
                  </a:cubicBezTo>
                  <a:cubicBezTo>
                    <a:pt x="62" y="260"/>
                    <a:pt x="71" y="260"/>
                    <a:pt x="76" y="255"/>
                  </a:cubicBezTo>
                  <a:cubicBezTo>
                    <a:pt x="93" y="239"/>
                    <a:pt x="93" y="239"/>
                    <a:pt x="93" y="239"/>
                  </a:cubicBezTo>
                  <a:cubicBezTo>
                    <a:pt x="97" y="241"/>
                    <a:pt x="101" y="243"/>
                    <a:pt x="106" y="244"/>
                  </a:cubicBezTo>
                  <a:cubicBezTo>
                    <a:pt x="106" y="267"/>
                    <a:pt x="106" y="267"/>
                    <a:pt x="106" y="267"/>
                  </a:cubicBezTo>
                  <a:cubicBezTo>
                    <a:pt x="106" y="275"/>
                    <a:pt x="112" y="281"/>
                    <a:pt x="120" y="281"/>
                  </a:cubicBezTo>
                  <a:cubicBezTo>
                    <a:pt x="163" y="281"/>
                    <a:pt x="163" y="281"/>
                    <a:pt x="163" y="281"/>
                  </a:cubicBezTo>
                  <a:cubicBezTo>
                    <a:pt x="170" y="281"/>
                    <a:pt x="177" y="275"/>
                    <a:pt x="177" y="267"/>
                  </a:cubicBezTo>
                  <a:cubicBezTo>
                    <a:pt x="177" y="244"/>
                    <a:pt x="177" y="244"/>
                    <a:pt x="177" y="244"/>
                  </a:cubicBezTo>
                  <a:cubicBezTo>
                    <a:pt x="181" y="243"/>
                    <a:pt x="185" y="241"/>
                    <a:pt x="189" y="239"/>
                  </a:cubicBezTo>
                  <a:cubicBezTo>
                    <a:pt x="206" y="255"/>
                    <a:pt x="206" y="255"/>
                    <a:pt x="206" y="255"/>
                  </a:cubicBezTo>
                  <a:cubicBezTo>
                    <a:pt x="211" y="260"/>
                    <a:pt x="220" y="260"/>
                    <a:pt x="225" y="255"/>
                  </a:cubicBezTo>
                  <a:cubicBezTo>
                    <a:pt x="256" y="225"/>
                    <a:pt x="256" y="225"/>
                    <a:pt x="256" y="225"/>
                  </a:cubicBezTo>
                  <a:cubicBezTo>
                    <a:pt x="261" y="219"/>
                    <a:pt x="261" y="210"/>
                    <a:pt x="256" y="205"/>
                  </a:cubicBezTo>
                  <a:cubicBezTo>
                    <a:pt x="239" y="189"/>
                    <a:pt x="239" y="189"/>
                    <a:pt x="239" y="189"/>
                  </a:cubicBezTo>
                  <a:cubicBezTo>
                    <a:pt x="242" y="184"/>
                    <a:pt x="243" y="180"/>
                    <a:pt x="245" y="176"/>
                  </a:cubicBezTo>
                  <a:cubicBezTo>
                    <a:pt x="268" y="176"/>
                    <a:pt x="268" y="176"/>
                    <a:pt x="268" y="176"/>
                  </a:cubicBezTo>
                  <a:cubicBezTo>
                    <a:pt x="276" y="176"/>
                    <a:pt x="282" y="170"/>
                    <a:pt x="282" y="162"/>
                  </a:cubicBezTo>
                  <a:cubicBezTo>
                    <a:pt x="282" y="119"/>
                    <a:pt x="282" y="119"/>
                    <a:pt x="282" y="119"/>
                  </a:cubicBezTo>
                  <a:cubicBezTo>
                    <a:pt x="282" y="111"/>
                    <a:pt x="276" y="105"/>
                    <a:pt x="268" y="105"/>
                  </a:cubicBezTo>
                  <a:close/>
                  <a:moveTo>
                    <a:pt x="141" y="211"/>
                  </a:moveTo>
                  <a:cubicBezTo>
                    <a:pt x="102" y="211"/>
                    <a:pt x="71" y="179"/>
                    <a:pt x="71" y="140"/>
                  </a:cubicBezTo>
                  <a:cubicBezTo>
                    <a:pt x="71" y="101"/>
                    <a:pt x="102" y="70"/>
                    <a:pt x="141" y="70"/>
                  </a:cubicBezTo>
                  <a:cubicBezTo>
                    <a:pt x="180" y="70"/>
                    <a:pt x="212" y="101"/>
                    <a:pt x="212" y="140"/>
                  </a:cubicBezTo>
                  <a:cubicBezTo>
                    <a:pt x="212" y="179"/>
                    <a:pt x="180" y="211"/>
                    <a:pt x="141" y="2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1" name="Google Shape;521;p46"/>
            <p:cNvSpPr/>
            <p:nvPr/>
          </p:nvSpPr>
          <p:spPr>
            <a:xfrm>
              <a:off x="3886230" y="2911963"/>
              <a:ext cx="415500" cy="415500"/>
            </a:xfrm>
            <a:prstGeom prst="ellipse">
              <a:avLst/>
            </a:prstGeom>
            <a:noFill/>
            <a:ln cap="flat" cmpd="sng" w="22225">
              <a:solidFill>
                <a:srgbClr val="002E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46"/>
            <p:cNvSpPr/>
            <p:nvPr/>
          </p:nvSpPr>
          <p:spPr>
            <a:xfrm>
              <a:off x="3222711" y="2331802"/>
              <a:ext cx="122942" cy="122941"/>
            </a:xfrm>
            <a:custGeom>
              <a:rect b="b" l="l" r="r" t="t"/>
              <a:pathLst>
                <a:path extrusionOk="0" h="51" w="51">
                  <a:moveTo>
                    <a:pt x="43" y="18"/>
                  </a:moveTo>
                  <a:cubicBezTo>
                    <a:pt x="32" y="18"/>
                    <a:pt x="32" y="18"/>
                    <a:pt x="32" y="18"/>
                  </a:cubicBezTo>
                  <a:cubicBezTo>
                    <a:pt x="32" y="7"/>
                    <a:pt x="32" y="7"/>
                    <a:pt x="32" y="7"/>
                  </a:cubicBezTo>
                  <a:cubicBezTo>
                    <a:pt x="32" y="3"/>
                    <a:pt x="29" y="0"/>
                    <a:pt x="25" y="0"/>
                  </a:cubicBezTo>
                  <a:cubicBezTo>
                    <a:pt x="21" y="0"/>
                    <a:pt x="18" y="3"/>
                    <a:pt x="18" y="7"/>
                  </a:cubicBezTo>
                  <a:cubicBezTo>
                    <a:pt x="18" y="18"/>
                    <a:pt x="18" y="18"/>
                    <a:pt x="18" y="18"/>
                  </a:cubicBezTo>
                  <a:cubicBezTo>
                    <a:pt x="7" y="18"/>
                    <a:pt x="7" y="18"/>
                    <a:pt x="7" y="18"/>
                  </a:cubicBezTo>
                  <a:cubicBezTo>
                    <a:pt x="3" y="18"/>
                    <a:pt x="0" y="21"/>
                    <a:pt x="0" y="25"/>
                  </a:cubicBezTo>
                  <a:cubicBezTo>
                    <a:pt x="0" y="29"/>
                    <a:pt x="3" y="33"/>
                    <a:pt x="7" y="33"/>
                  </a:cubicBezTo>
                  <a:cubicBezTo>
                    <a:pt x="18" y="33"/>
                    <a:pt x="18" y="33"/>
                    <a:pt x="18" y="33"/>
                  </a:cubicBezTo>
                  <a:cubicBezTo>
                    <a:pt x="18" y="44"/>
                    <a:pt x="18" y="44"/>
                    <a:pt x="18" y="44"/>
                  </a:cubicBezTo>
                  <a:cubicBezTo>
                    <a:pt x="18" y="48"/>
                    <a:pt x="21" y="51"/>
                    <a:pt x="25" y="51"/>
                  </a:cubicBezTo>
                  <a:cubicBezTo>
                    <a:pt x="29" y="51"/>
                    <a:pt x="32" y="48"/>
                    <a:pt x="32" y="44"/>
                  </a:cubicBezTo>
                  <a:cubicBezTo>
                    <a:pt x="32" y="33"/>
                    <a:pt x="32" y="33"/>
                    <a:pt x="32" y="33"/>
                  </a:cubicBezTo>
                  <a:cubicBezTo>
                    <a:pt x="43" y="33"/>
                    <a:pt x="43" y="33"/>
                    <a:pt x="43" y="33"/>
                  </a:cubicBezTo>
                  <a:cubicBezTo>
                    <a:pt x="47" y="33"/>
                    <a:pt x="51" y="29"/>
                    <a:pt x="51" y="25"/>
                  </a:cubicBezTo>
                  <a:cubicBezTo>
                    <a:pt x="51" y="21"/>
                    <a:pt x="47" y="18"/>
                    <a:pt x="43"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46"/>
            <p:cNvSpPr/>
            <p:nvPr/>
          </p:nvSpPr>
          <p:spPr>
            <a:xfrm>
              <a:off x="1822603" y="2249502"/>
              <a:ext cx="19305" cy="53851"/>
            </a:xfrm>
            <a:custGeom>
              <a:rect b="b" l="l" r="r" t="t"/>
              <a:pathLst>
                <a:path extrusionOk="0" h="22" w="8">
                  <a:moveTo>
                    <a:pt x="4" y="22"/>
                  </a:moveTo>
                  <a:cubicBezTo>
                    <a:pt x="4" y="22"/>
                    <a:pt x="4" y="22"/>
                    <a:pt x="4" y="22"/>
                  </a:cubicBezTo>
                  <a:cubicBezTo>
                    <a:pt x="1" y="22"/>
                    <a:pt x="0" y="20"/>
                    <a:pt x="0" y="18"/>
                  </a:cubicBezTo>
                  <a:cubicBezTo>
                    <a:pt x="0" y="4"/>
                    <a:pt x="0" y="4"/>
                    <a:pt x="0" y="4"/>
                  </a:cubicBezTo>
                  <a:cubicBezTo>
                    <a:pt x="0" y="2"/>
                    <a:pt x="1" y="0"/>
                    <a:pt x="4" y="0"/>
                  </a:cubicBezTo>
                  <a:cubicBezTo>
                    <a:pt x="4" y="0"/>
                    <a:pt x="4" y="0"/>
                    <a:pt x="4" y="0"/>
                  </a:cubicBezTo>
                  <a:cubicBezTo>
                    <a:pt x="6" y="0"/>
                    <a:pt x="8" y="2"/>
                    <a:pt x="8" y="4"/>
                  </a:cubicBezTo>
                  <a:cubicBezTo>
                    <a:pt x="8" y="18"/>
                    <a:pt x="8" y="18"/>
                    <a:pt x="8" y="18"/>
                  </a:cubicBezTo>
                  <a:cubicBezTo>
                    <a:pt x="8" y="20"/>
                    <a:pt x="6" y="22"/>
                    <a:pt x="4"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46"/>
            <p:cNvSpPr/>
            <p:nvPr/>
          </p:nvSpPr>
          <p:spPr>
            <a:xfrm>
              <a:off x="1856133" y="2273887"/>
              <a:ext cx="43690" cy="45722"/>
            </a:xfrm>
            <a:custGeom>
              <a:rect b="b" l="l" r="r" t="t"/>
              <a:pathLst>
                <a:path extrusionOk="0" h="19" w="18">
                  <a:moveTo>
                    <a:pt x="1" y="17"/>
                  </a:moveTo>
                  <a:cubicBezTo>
                    <a:pt x="1" y="17"/>
                    <a:pt x="1" y="17"/>
                    <a:pt x="1" y="17"/>
                  </a:cubicBezTo>
                  <a:cubicBezTo>
                    <a:pt x="0" y="16"/>
                    <a:pt x="0" y="13"/>
                    <a:pt x="1" y="11"/>
                  </a:cubicBezTo>
                  <a:cubicBezTo>
                    <a:pt x="11" y="2"/>
                    <a:pt x="11" y="2"/>
                    <a:pt x="11" y="2"/>
                  </a:cubicBezTo>
                  <a:cubicBezTo>
                    <a:pt x="13" y="0"/>
                    <a:pt x="15" y="0"/>
                    <a:pt x="17" y="2"/>
                  </a:cubicBezTo>
                  <a:cubicBezTo>
                    <a:pt x="17" y="2"/>
                    <a:pt x="17" y="2"/>
                    <a:pt x="17" y="2"/>
                  </a:cubicBezTo>
                  <a:cubicBezTo>
                    <a:pt x="18" y="3"/>
                    <a:pt x="18" y="6"/>
                    <a:pt x="17" y="8"/>
                  </a:cubicBezTo>
                  <a:cubicBezTo>
                    <a:pt x="7" y="17"/>
                    <a:pt x="7" y="17"/>
                    <a:pt x="7" y="17"/>
                  </a:cubicBezTo>
                  <a:cubicBezTo>
                    <a:pt x="5" y="19"/>
                    <a:pt x="3" y="19"/>
                    <a:pt x="1"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46"/>
            <p:cNvSpPr/>
            <p:nvPr/>
          </p:nvSpPr>
          <p:spPr>
            <a:xfrm>
              <a:off x="1871373" y="2333834"/>
              <a:ext cx="52834" cy="19305"/>
            </a:xfrm>
            <a:custGeom>
              <a:rect b="b" l="l" r="r" t="t"/>
              <a:pathLst>
                <a:path extrusionOk="0" h="8" w="22">
                  <a:moveTo>
                    <a:pt x="0" y="4"/>
                  </a:moveTo>
                  <a:cubicBezTo>
                    <a:pt x="0" y="4"/>
                    <a:pt x="0" y="4"/>
                    <a:pt x="0" y="4"/>
                  </a:cubicBezTo>
                  <a:cubicBezTo>
                    <a:pt x="0" y="2"/>
                    <a:pt x="2" y="0"/>
                    <a:pt x="4" y="0"/>
                  </a:cubicBezTo>
                  <a:cubicBezTo>
                    <a:pt x="18" y="0"/>
                    <a:pt x="18" y="0"/>
                    <a:pt x="18" y="0"/>
                  </a:cubicBezTo>
                  <a:cubicBezTo>
                    <a:pt x="20" y="0"/>
                    <a:pt x="22" y="2"/>
                    <a:pt x="22" y="4"/>
                  </a:cubicBezTo>
                  <a:cubicBezTo>
                    <a:pt x="22" y="4"/>
                    <a:pt x="22" y="4"/>
                    <a:pt x="22" y="4"/>
                  </a:cubicBezTo>
                  <a:cubicBezTo>
                    <a:pt x="22" y="6"/>
                    <a:pt x="20" y="8"/>
                    <a:pt x="18" y="8"/>
                  </a:cubicBezTo>
                  <a:cubicBezTo>
                    <a:pt x="4" y="8"/>
                    <a:pt x="4" y="8"/>
                    <a:pt x="4" y="8"/>
                  </a:cubicBezTo>
                  <a:cubicBezTo>
                    <a:pt x="2" y="8"/>
                    <a:pt x="0" y="6"/>
                    <a:pt x="0"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46"/>
            <p:cNvSpPr/>
            <p:nvPr/>
          </p:nvSpPr>
          <p:spPr>
            <a:xfrm>
              <a:off x="1854101" y="2368379"/>
              <a:ext cx="45722" cy="45722"/>
            </a:xfrm>
            <a:custGeom>
              <a:rect b="b" l="l" r="r" t="t"/>
              <a:pathLst>
                <a:path extrusionOk="0" h="19" w="19">
                  <a:moveTo>
                    <a:pt x="2" y="2"/>
                  </a:moveTo>
                  <a:cubicBezTo>
                    <a:pt x="2" y="2"/>
                    <a:pt x="2" y="2"/>
                    <a:pt x="2" y="2"/>
                  </a:cubicBezTo>
                  <a:cubicBezTo>
                    <a:pt x="3" y="0"/>
                    <a:pt x="6" y="0"/>
                    <a:pt x="7" y="2"/>
                  </a:cubicBezTo>
                  <a:cubicBezTo>
                    <a:pt x="17" y="11"/>
                    <a:pt x="17" y="11"/>
                    <a:pt x="17" y="11"/>
                  </a:cubicBezTo>
                  <a:cubicBezTo>
                    <a:pt x="19" y="13"/>
                    <a:pt x="19" y="15"/>
                    <a:pt x="17" y="17"/>
                  </a:cubicBezTo>
                  <a:cubicBezTo>
                    <a:pt x="17" y="17"/>
                    <a:pt x="17" y="17"/>
                    <a:pt x="17" y="17"/>
                  </a:cubicBezTo>
                  <a:cubicBezTo>
                    <a:pt x="16" y="19"/>
                    <a:pt x="13" y="19"/>
                    <a:pt x="11" y="17"/>
                  </a:cubicBezTo>
                  <a:cubicBezTo>
                    <a:pt x="2" y="7"/>
                    <a:pt x="2" y="7"/>
                    <a:pt x="2" y="7"/>
                  </a:cubicBezTo>
                  <a:cubicBezTo>
                    <a:pt x="0" y="6"/>
                    <a:pt x="0" y="3"/>
                    <a:pt x="2"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7" name="Google Shape;527;p46"/>
            <p:cNvSpPr/>
            <p:nvPr/>
          </p:nvSpPr>
          <p:spPr>
            <a:xfrm>
              <a:off x="1820571" y="2382604"/>
              <a:ext cx="19305" cy="52834"/>
            </a:xfrm>
            <a:custGeom>
              <a:rect b="b" l="l" r="r" t="t"/>
              <a:pathLst>
                <a:path extrusionOk="0" h="22" w="8">
                  <a:moveTo>
                    <a:pt x="4" y="0"/>
                  </a:moveTo>
                  <a:cubicBezTo>
                    <a:pt x="4" y="0"/>
                    <a:pt x="4" y="0"/>
                    <a:pt x="4" y="0"/>
                  </a:cubicBezTo>
                  <a:cubicBezTo>
                    <a:pt x="6" y="0"/>
                    <a:pt x="8" y="2"/>
                    <a:pt x="8" y="4"/>
                  </a:cubicBezTo>
                  <a:cubicBezTo>
                    <a:pt x="8" y="18"/>
                    <a:pt x="8" y="18"/>
                    <a:pt x="8" y="18"/>
                  </a:cubicBezTo>
                  <a:cubicBezTo>
                    <a:pt x="8" y="20"/>
                    <a:pt x="6" y="22"/>
                    <a:pt x="4" y="22"/>
                  </a:cubicBezTo>
                  <a:cubicBezTo>
                    <a:pt x="4" y="22"/>
                    <a:pt x="4" y="22"/>
                    <a:pt x="4" y="22"/>
                  </a:cubicBezTo>
                  <a:cubicBezTo>
                    <a:pt x="2" y="22"/>
                    <a:pt x="0" y="20"/>
                    <a:pt x="0" y="18"/>
                  </a:cubicBezTo>
                  <a:cubicBezTo>
                    <a:pt x="0" y="4"/>
                    <a:pt x="0" y="4"/>
                    <a:pt x="0" y="4"/>
                  </a:cubicBezTo>
                  <a:cubicBezTo>
                    <a:pt x="0" y="2"/>
                    <a:pt x="2" y="0"/>
                    <a:pt x="4" y="0"/>
                  </a:cubicBezTo>
                  <a:close/>
                </a:path>
              </a:pathLst>
            </a:custGeom>
            <a:solidFill>
              <a:srgbClr val="809E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8" name="Google Shape;528;p46"/>
            <p:cNvSpPr/>
            <p:nvPr/>
          </p:nvSpPr>
          <p:spPr>
            <a:xfrm>
              <a:off x="1759609" y="2368379"/>
              <a:ext cx="45722" cy="43690"/>
            </a:xfrm>
            <a:custGeom>
              <a:rect b="b" l="l" r="r" t="t"/>
              <a:pathLst>
                <a:path extrusionOk="0" h="18" w="19">
                  <a:moveTo>
                    <a:pt x="17" y="1"/>
                  </a:moveTo>
                  <a:cubicBezTo>
                    <a:pt x="17" y="1"/>
                    <a:pt x="17" y="1"/>
                    <a:pt x="17" y="1"/>
                  </a:cubicBezTo>
                  <a:cubicBezTo>
                    <a:pt x="19" y="3"/>
                    <a:pt x="19" y="5"/>
                    <a:pt x="17" y="7"/>
                  </a:cubicBezTo>
                  <a:cubicBezTo>
                    <a:pt x="8" y="17"/>
                    <a:pt x="8" y="17"/>
                    <a:pt x="8" y="17"/>
                  </a:cubicBezTo>
                  <a:cubicBezTo>
                    <a:pt x="6" y="18"/>
                    <a:pt x="3" y="18"/>
                    <a:pt x="2" y="17"/>
                  </a:cubicBezTo>
                  <a:cubicBezTo>
                    <a:pt x="2" y="17"/>
                    <a:pt x="2" y="17"/>
                    <a:pt x="2" y="17"/>
                  </a:cubicBezTo>
                  <a:cubicBezTo>
                    <a:pt x="0" y="15"/>
                    <a:pt x="0" y="12"/>
                    <a:pt x="2" y="11"/>
                  </a:cubicBezTo>
                  <a:cubicBezTo>
                    <a:pt x="12" y="1"/>
                    <a:pt x="12" y="1"/>
                    <a:pt x="12" y="1"/>
                  </a:cubicBezTo>
                  <a:cubicBezTo>
                    <a:pt x="13" y="0"/>
                    <a:pt x="16" y="0"/>
                    <a:pt x="17"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9" name="Google Shape;529;p46"/>
            <p:cNvSpPr/>
            <p:nvPr/>
          </p:nvSpPr>
          <p:spPr>
            <a:xfrm>
              <a:off x="1738272" y="2331802"/>
              <a:ext cx="52834" cy="19305"/>
            </a:xfrm>
            <a:custGeom>
              <a:rect b="b" l="l" r="r" t="t"/>
              <a:pathLst>
                <a:path extrusionOk="0" h="8" w="22">
                  <a:moveTo>
                    <a:pt x="22" y="4"/>
                  </a:moveTo>
                  <a:cubicBezTo>
                    <a:pt x="22" y="4"/>
                    <a:pt x="22" y="4"/>
                    <a:pt x="22" y="4"/>
                  </a:cubicBezTo>
                  <a:cubicBezTo>
                    <a:pt x="22" y="7"/>
                    <a:pt x="20" y="8"/>
                    <a:pt x="18" y="8"/>
                  </a:cubicBezTo>
                  <a:cubicBezTo>
                    <a:pt x="4" y="8"/>
                    <a:pt x="4" y="8"/>
                    <a:pt x="4" y="8"/>
                  </a:cubicBezTo>
                  <a:cubicBezTo>
                    <a:pt x="2" y="8"/>
                    <a:pt x="0" y="7"/>
                    <a:pt x="0" y="4"/>
                  </a:cubicBezTo>
                  <a:cubicBezTo>
                    <a:pt x="0" y="4"/>
                    <a:pt x="0" y="4"/>
                    <a:pt x="0" y="4"/>
                  </a:cubicBezTo>
                  <a:cubicBezTo>
                    <a:pt x="0" y="2"/>
                    <a:pt x="2" y="0"/>
                    <a:pt x="4" y="0"/>
                  </a:cubicBezTo>
                  <a:cubicBezTo>
                    <a:pt x="18" y="0"/>
                    <a:pt x="18" y="0"/>
                    <a:pt x="18" y="0"/>
                  </a:cubicBezTo>
                  <a:cubicBezTo>
                    <a:pt x="20" y="0"/>
                    <a:pt x="22" y="2"/>
                    <a:pt x="22"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0" name="Google Shape;530;p46"/>
            <p:cNvSpPr/>
            <p:nvPr/>
          </p:nvSpPr>
          <p:spPr>
            <a:xfrm>
              <a:off x="1762657" y="2273887"/>
              <a:ext cx="42674" cy="43690"/>
            </a:xfrm>
            <a:custGeom>
              <a:rect b="b" l="l" r="r" t="t"/>
              <a:pathLst>
                <a:path extrusionOk="0" h="18" w="18">
                  <a:moveTo>
                    <a:pt x="17" y="17"/>
                  </a:moveTo>
                  <a:cubicBezTo>
                    <a:pt x="17" y="17"/>
                    <a:pt x="17" y="17"/>
                    <a:pt x="17" y="17"/>
                  </a:cubicBezTo>
                  <a:cubicBezTo>
                    <a:pt x="15" y="18"/>
                    <a:pt x="13" y="18"/>
                    <a:pt x="11" y="17"/>
                  </a:cubicBezTo>
                  <a:cubicBezTo>
                    <a:pt x="1" y="7"/>
                    <a:pt x="1" y="7"/>
                    <a:pt x="1" y="7"/>
                  </a:cubicBezTo>
                  <a:cubicBezTo>
                    <a:pt x="0" y="5"/>
                    <a:pt x="0" y="3"/>
                    <a:pt x="1" y="1"/>
                  </a:cubicBezTo>
                  <a:cubicBezTo>
                    <a:pt x="1" y="1"/>
                    <a:pt x="1" y="1"/>
                    <a:pt x="1" y="1"/>
                  </a:cubicBezTo>
                  <a:cubicBezTo>
                    <a:pt x="3" y="0"/>
                    <a:pt x="6" y="0"/>
                    <a:pt x="7" y="1"/>
                  </a:cubicBezTo>
                  <a:cubicBezTo>
                    <a:pt x="17" y="11"/>
                    <a:pt x="17" y="11"/>
                    <a:pt x="17" y="11"/>
                  </a:cubicBezTo>
                  <a:cubicBezTo>
                    <a:pt x="18" y="13"/>
                    <a:pt x="18" y="15"/>
                    <a:pt x="17"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46"/>
            <p:cNvSpPr/>
            <p:nvPr/>
          </p:nvSpPr>
          <p:spPr>
            <a:xfrm>
              <a:off x="4084315" y="3929020"/>
              <a:ext cx="19305" cy="52834"/>
            </a:xfrm>
            <a:custGeom>
              <a:rect b="b" l="l" r="r" t="t"/>
              <a:pathLst>
                <a:path extrusionOk="0" h="22" w="8">
                  <a:moveTo>
                    <a:pt x="4" y="22"/>
                  </a:moveTo>
                  <a:cubicBezTo>
                    <a:pt x="4" y="22"/>
                    <a:pt x="4" y="22"/>
                    <a:pt x="4" y="22"/>
                  </a:cubicBezTo>
                  <a:cubicBezTo>
                    <a:pt x="2" y="22"/>
                    <a:pt x="0" y="20"/>
                    <a:pt x="0" y="18"/>
                  </a:cubicBezTo>
                  <a:cubicBezTo>
                    <a:pt x="0" y="4"/>
                    <a:pt x="0" y="4"/>
                    <a:pt x="0" y="4"/>
                  </a:cubicBezTo>
                  <a:cubicBezTo>
                    <a:pt x="0" y="2"/>
                    <a:pt x="2" y="0"/>
                    <a:pt x="4" y="0"/>
                  </a:cubicBezTo>
                  <a:cubicBezTo>
                    <a:pt x="4" y="0"/>
                    <a:pt x="4" y="0"/>
                    <a:pt x="4" y="0"/>
                  </a:cubicBezTo>
                  <a:cubicBezTo>
                    <a:pt x="7" y="0"/>
                    <a:pt x="8" y="2"/>
                    <a:pt x="8" y="4"/>
                  </a:cubicBezTo>
                  <a:cubicBezTo>
                    <a:pt x="8" y="18"/>
                    <a:pt x="8" y="18"/>
                    <a:pt x="8" y="18"/>
                  </a:cubicBezTo>
                  <a:cubicBezTo>
                    <a:pt x="8" y="20"/>
                    <a:pt x="7" y="22"/>
                    <a:pt x="4"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46"/>
            <p:cNvSpPr/>
            <p:nvPr/>
          </p:nvSpPr>
          <p:spPr>
            <a:xfrm>
              <a:off x="4117845" y="3953405"/>
              <a:ext cx="45722" cy="42674"/>
            </a:xfrm>
            <a:custGeom>
              <a:rect b="b" l="l" r="r" t="t"/>
              <a:pathLst>
                <a:path extrusionOk="0" h="18" w="19">
                  <a:moveTo>
                    <a:pt x="2" y="17"/>
                  </a:moveTo>
                  <a:cubicBezTo>
                    <a:pt x="2" y="17"/>
                    <a:pt x="2" y="17"/>
                    <a:pt x="2" y="17"/>
                  </a:cubicBezTo>
                  <a:cubicBezTo>
                    <a:pt x="0" y="15"/>
                    <a:pt x="0" y="13"/>
                    <a:pt x="2" y="11"/>
                  </a:cubicBezTo>
                  <a:cubicBezTo>
                    <a:pt x="12" y="1"/>
                    <a:pt x="12" y="1"/>
                    <a:pt x="12" y="1"/>
                  </a:cubicBezTo>
                  <a:cubicBezTo>
                    <a:pt x="13" y="0"/>
                    <a:pt x="16" y="0"/>
                    <a:pt x="17" y="1"/>
                  </a:cubicBezTo>
                  <a:cubicBezTo>
                    <a:pt x="17" y="1"/>
                    <a:pt x="17" y="1"/>
                    <a:pt x="17" y="1"/>
                  </a:cubicBezTo>
                  <a:cubicBezTo>
                    <a:pt x="19" y="3"/>
                    <a:pt x="19" y="6"/>
                    <a:pt x="17" y="7"/>
                  </a:cubicBezTo>
                  <a:cubicBezTo>
                    <a:pt x="8" y="17"/>
                    <a:pt x="8" y="17"/>
                    <a:pt x="8" y="17"/>
                  </a:cubicBezTo>
                  <a:cubicBezTo>
                    <a:pt x="6" y="18"/>
                    <a:pt x="3" y="18"/>
                    <a:pt x="2"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3" name="Google Shape;533;p46"/>
            <p:cNvSpPr/>
            <p:nvPr/>
          </p:nvSpPr>
          <p:spPr>
            <a:xfrm>
              <a:off x="4132069" y="4013351"/>
              <a:ext cx="52834" cy="19305"/>
            </a:xfrm>
            <a:custGeom>
              <a:rect b="b" l="l" r="r" t="t"/>
              <a:pathLst>
                <a:path extrusionOk="0" h="8" w="22">
                  <a:moveTo>
                    <a:pt x="0" y="4"/>
                  </a:moveTo>
                  <a:cubicBezTo>
                    <a:pt x="0" y="4"/>
                    <a:pt x="0" y="4"/>
                    <a:pt x="0" y="4"/>
                  </a:cubicBezTo>
                  <a:cubicBezTo>
                    <a:pt x="0" y="1"/>
                    <a:pt x="2" y="0"/>
                    <a:pt x="5" y="0"/>
                  </a:cubicBezTo>
                  <a:cubicBezTo>
                    <a:pt x="18" y="0"/>
                    <a:pt x="18" y="0"/>
                    <a:pt x="18" y="0"/>
                  </a:cubicBezTo>
                  <a:cubicBezTo>
                    <a:pt x="21" y="0"/>
                    <a:pt x="22" y="1"/>
                    <a:pt x="22" y="4"/>
                  </a:cubicBezTo>
                  <a:cubicBezTo>
                    <a:pt x="22" y="4"/>
                    <a:pt x="22" y="4"/>
                    <a:pt x="22" y="4"/>
                  </a:cubicBezTo>
                  <a:cubicBezTo>
                    <a:pt x="22" y="6"/>
                    <a:pt x="21" y="8"/>
                    <a:pt x="18" y="8"/>
                  </a:cubicBezTo>
                  <a:cubicBezTo>
                    <a:pt x="5" y="8"/>
                    <a:pt x="5" y="8"/>
                    <a:pt x="5" y="8"/>
                  </a:cubicBezTo>
                  <a:cubicBezTo>
                    <a:pt x="2" y="8"/>
                    <a:pt x="0" y="6"/>
                    <a:pt x="0"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4" name="Google Shape;534;p46"/>
            <p:cNvSpPr/>
            <p:nvPr/>
          </p:nvSpPr>
          <p:spPr>
            <a:xfrm>
              <a:off x="4117845" y="4046881"/>
              <a:ext cx="43690" cy="43690"/>
            </a:xfrm>
            <a:custGeom>
              <a:rect b="b" l="l" r="r" t="t"/>
              <a:pathLst>
                <a:path extrusionOk="0" h="18" w="18">
                  <a:moveTo>
                    <a:pt x="1" y="1"/>
                  </a:moveTo>
                  <a:cubicBezTo>
                    <a:pt x="1" y="1"/>
                    <a:pt x="1" y="1"/>
                    <a:pt x="1" y="1"/>
                  </a:cubicBezTo>
                  <a:cubicBezTo>
                    <a:pt x="3" y="0"/>
                    <a:pt x="6" y="0"/>
                    <a:pt x="7" y="1"/>
                  </a:cubicBezTo>
                  <a:cubicBezTo>
                    <a:pt x="17" y="11"/>
                    <a:pt x="17" y="11"/>
                    <a:pt x="17" y="11"/>
                  </a:cubicBezTo>
                  <a:cubicBezTo>
                    <a:pt x="18" y="12"/>
                    <a:pt x="18" y="15"/>
                    <a:pt x="17" y="17"/>
                  </a:cubicBezTo>
                  <a:cubicBezTo>
                    <a:pt x="17" y="17"/>
                    <a:pt x="17" y="17"/>
                    <a:pt x="17" y="17"/>
                  </a:cubicBezTo>
                  <a:cubicBezTo>
                    <a:pt x="15" y="18"/>
                    <a:pt x="13" y="18"/>
                    <a:pt x="11" y="17"/>
                  </a:cubicBezTo>
                  <a:cubicBezTo>
                    <a:pt x="1" y="7"/>
                    <a:pt x="1" y="7"/>
                    <a:pt x="1" y="7"/>
                  </a:cubicBezTo>
                  <a:cubicBezTo>
                    <a:pt x="0" y="5"/>
                    <a:pt x="0" y="3"/>
                    <a:pt x="1" y="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46"/>
            <p:cNvSpPr/>
            <p:nvPr/>
          </p:nvSpPr>
          <p:spPr>
            <a:xfrm>
              <a:off x="4084315" y="4062121"/>
              <a:ext cx="19305" cy="52834"/>
            </a:xfrm>
            <a:custGeom>
              <a:rect b="b" l="l" r="r" t="t"/>
              <a:pathLst>
                <a:path extrusionOk="0" h="22" w="8">
                  <a:moveTo>
                    <a:pt x="4" y="0"/>
                  </a:moveTo>
                  <a:cubicBezTo>
                    <a:pt x="4" y="0"/>
                    <a:pt x="4" y="0"/>
                    <a:pt x="4" y="0"/>
                  </a:cubicBezTo>
                  <a:cubicBezTo>
                    <a:pt x="6" y="0"/>
                    <a:pt x="8" y="2"/>
                    <a:pt x="8" y="4"/>
                  </a:cubicBezTo>
                  <a:cubicBezTo>
                    <a:pt x="8" y="18"/>
                    <a:pt x="8" y="18"/>
                    <a:pt x="8" y="18"/>
                  </a:cubicBezTo>
                  <a:cubicBezTo>
                    <a:pt x="8" y="20"/>
                    <a:pt x="6" y="22"/>
                    <a:pt x="4" y="22"/>
                  </a:cubicBezTo>
                  <a:cubicBezTo>
                    <a:pt x="4" y="22"/>
                    <a:pt x="4" y="22"/>
                    <a:pt x="4" y="22"/>
                  </a:cubicBezTo>
                  <a:cubicBezTo>
                    <a:pt x="1" y="22"/>
                    <a:pt x="0" y="20"/>
                    <a:pt x="0" y="18"/>
                  </a:cubicBezTo>
                  <a:cubicBezTo>
                    <a:pt x="0" y="4"/>
                    <a:pt x="0" y="4"/>
                    <a:pt x="0" y="4"/>
                  </a:cubicBezTo>
                  <a:cubicBezTo>
                    <a:pt x="0" y="2"/>
                    <a:pt x="1" y="0"/>
                    <a:pt x="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6" name="Google Shape;536;p46"/>
            <p:cNvSpPr/>
            <p:nvPr/>
          </p:nvSpPr>
          <p:spPr>
            <a:xfrm>
              <a:off x="4023353" y="4044849"/>
              <a:ext cx="45722" cy="45722"/>
            </a:xfrm>
            <a:custGeom>
              <a:rect b="b" l="l" r="r" t="t"/>
              <a:pathLst>
                <a:path extrusionOk="0" h="19" w="19">
                  <a:moveTo>
                    <a:pt x="17" y="2"/>
                  </a:moveTo>
                  <a:cubicBezTo>
                    <a:pt x="17" y="2"/>
                    <a:pt x="17" y="2"/>
                    <a:pt x="17" y="2"/>
                  </a:cubicBezTo>
                  <a:cubicBezTo>
                    <a:pt x="19" y="3"/>
                    <a:pt x="19" y="6"/>
                    <a:pt x="17" y="7"/>
                  </a:cubicBezTo>
                  <a:cubicBezTo>
                    <a:pt x="7" y="17"/>
                    <a:pt x="7" y="17"/>
                    <a:pt x="7" y="17"/>
                  </a:cubicBezTo>
                  <a:cubicBezTo>
                    <a:pt x="6" y="19"/>
                    <a:pt x="3" y="19"/>
                    <a:pt x="2" y="17"/>
                  </a:cubicBezTo>
                  <a:cubicBezTo>
                    <a:pt x="2" y="17"/>
                    <a:pt x="2" y="17"/>
                    <a:pt x="2" y="17"/>
                  </a:cubicBezTo>
                  <a:cubicBezTo>
                    <a:pt x="0" y="16"/>
                    <a:pt x="0" y="13"/>
                    <a:pt x="2" y="11"/>
                  </a:cubicBezTo>
                  <a:cubicBezTo>
                    <a:pt x="11" y="2"/>
                    <a:pt x="11" y="2"/>
                    <a:pt x="11" y="2"/>
                  </a:cubicBezTo>
                  <a:cubicBezTo>
                    <a:pt x="13" y="0"/>
                    <a:pt x="15" y="0"/>
                    <a:pt x="1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46"/>
            <p:cNvSpPr/>
            <p:nvPr/>
          </p:nvSpPr>
          <p:spPr>
            <a:xfrm>
              <a:off x="4002016" y="4011319"/>
              <a:ext cx="50802" cy="19305"/>
            </a:xfrm>
            <a:custGeom>
              <a:rect b="b" l="l" r="r" t="t"/>
              <a:pathLst>
                <a:path extrusionOk="0" h="8" w="21">
                  <a:moveTo>
                    <a:pt x="21" y="4"/>
                  </a:moveTo>
                  <a:cubicBezTo>
                    <a:pt x="21" y="4"/>
                    <a:pt x="21" y="4"/>
                    <a:pt x="21" y="4"/>
                  </a:cubicBezTo>
                  <a:cubicBezTo>
                    <a:pt x="21" y="6"/>
                    <a:pt x="20" y="8"/>
                    <a:pt x="17" y="8"/>
                  </a:cubicBezTo>
                  <a:cubicBezTo>
                    <a:pt x="4" y="8"/>
                    <a:pt x="4" y="8"/>
                    <a:pt x="4" y="8"/>
                  </a:cubicBezTo>
                  <a:cubicBezTo>
                    <a:pt x="1" y="8"/>
                    <a:pt x="0" y="6"/>
                    <a:pt x="0" y="4"/>
                  </a:cubicBezTo>
                  <a:cubicBezTo>
                    <a:pt x="0" y="4"/>
                    <a:pt x="0" y="4"/>
                    <a:pt x="0" y="4"/>
                  </a:cubicBezTo>
                  <a:cubicBezTo>
                    <a:pt x="0" y="2"/>
                    <a:pt x="1" y="0"/>
                    <a:pt x="4" y="0"/>
                  </a:cubicBezTo>
                  <a:cubicBezTo>
                    <a:pt x="17" y="0"/>
                    <a:pt x="17" y="0"/>
                    <a:pt x="17" y="0"/>
                  </a:cubicBezTo>
                  <a:cubicBezTo>
                    <a:pt x="20" y="0"/>
                    <a:pt x="21" y="2"/>
                    <a:pt x="21"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46"/>
            <p:cNvSpPr/>
            <p:nvPr/>
          </p:nvSpPr>
          <p:spPr>
            <a:xfrm>
              <a:off x="4023353" y="3950357"/>
              <a:ext cx="45722" cy="45722"/>
            </a:xfrm>
            <a:custGeom>
              <a:rect b="b" l="l" r="r" t="t"/>
              <a:pathLst>
                <a:path extrusionOk="0" h="19" w="19">
                  <a:moveTo>
                    <a:pt x="17" y="17"/>
                  </a:moveTo>
                  <a:cubicBezTo>
                    <a:pt x="17" y="17"/>
                    <a:pt x="17" y="17"/>
                    <a:pt x="17" y="17"/>
                  </a:cubicBezTo>
                  <a:cubicBezTo>
                    <a:pt x="16" y="19"/>
                    <a:pt x="13" y="19"/>
                    <a:pt x="12" y="17"/>
                  </a:cubicBezTo>
                  <a:cubicBezTo>
                    <a:pt x="2" y="8"/>
                    <a:pt x="2" y="8"/>
                    <a:pt x="2" y="8"/>
                  </a:cubicBezTo>
                  <a:cubicBezTo>
                    <a:pt x="0" y="6"/>
                    <a:pt x="0" y="3"/>
                    <a:pt x="2" y="2"/>
                  </a:cubicBezTo>
                  <a:cubicBezTo>
                    <a:pt x="2" y="2"/>
                    <a:pt x="2" y="2"/>
                    <a:pt x="2" y="2"/>
                  </a:cubicBezTo>
                  <a:cubicBezTo>
                    <a:pt x="4" y="0"/>
                    <a:pt x="6" y="0"/>
                    <a:pt x="8" y="2"/>
                  </a:cubicBezTo>
                  <a:cubicBezTo>
                    <a:pt x="17" y="12"/>
                    <a:pt x="17" y="12"/>
                    <a:pt x="17" y="12"/>
                  </a:cubicBezTo>
                  <a:cubicBezTo>
                    <a:pt x="19" y="13"/>
                    <a:pt x="19" y="16"/>
                    <a:pt x="17"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39" name="Google Shape;539;p46"/>
            <p:cNvGrpSpPr/>
            <p:nvPr/>
          </p:nvGrpSpPr>
          <p:grpSpPr>
            <a:xfrm>
              <a:off x="3596291" y="2097038"/>
              <a:ext cx="470136" cy="471525"/>
              <a:chOff x="6972458" y="1244768"/>
              <a:chExt cx="406200" cy="407400"/>
            </a:xfrm>
          </p:grpSpPr>
          <p:sp>
            <p:nvSpPr>
              <p:cNvPr id="540" name="Google Shape;540;p46"/>
              <p:cNvSpPr/>
              <p:nvPr/>
            </p:nvSpPr>
            <p:spPr>
              <a:xfrm>
                <a:off x="6972458" y="1244768"/>
                <a:ext cx="406200" cy="40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7001427" y="1276370"/>
                <a:ext cx="345900" cy="344100"/>
              </a:xfrm>
              <a:prstGeom prst="ellipse">
                <a:avLst/>
              </a:prstGeom>
              <a:noFill/>
              <a:ln cap="flat" cmpd="sng" w="15875">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46"/>
              <p:cNvSpPr/>
              <p:nvPr/>
            </p:nvSpPr>
            <p:spPr>
              <a:xfrm>
                <a:off x="7107644" y="1336940"/>
                <a:ext cx="133430" cy="225603"/>
              </a:xfrm>
              <a:custGeom>
                <a:rect b="b" l="l" r="r" t="t"/>
                <a:pathLst>
                  <a:path extrusionOk="0" h="108" w="64">
                    <a:moveTo>
                      <a:pt x="28" y="98"/>
                    </a:moveTo>
                    <a:cubicBezTo>
                      <a:pt x="12" y="96"/>
                      <a:pt x="1" y="88"/>
                      <a:pt x="0" y="73"/>
                    </a:cubicBezTo>
                    <a:cubicBezTo>
                      <a:pt x="19" y="73"/>
                      <a:pt x="19" y="73"/>
                      <a:pt x="19" y="73"/>
                    </a:cubicBezTo>
                    <a:cubicBezTo>
                      <a:pt x="19" y="79"/>
                      <a:pt x="22" y="82"/>
                      <a:pt x="28" y="84"/>
                    </a:cubicBezTo>
                    <a:cubicBezTo>
                      <a:pt x="28" y="60"/>
                      <a:pt x="28" y="60"/>
                      <a:pt x="28" y="60"/>
                    </a:cubicBezTo>
                    <a:cubicBezTo>
                      <a:pt x="15" y="57"/>
                      <a:pt x="0" y="53"/>
                      <a:pt x="0" y="35"/>
                    </a:cubicBezTo>
                    <a:cubicBezTo>
                      <a:pt x="0" y="20"/>
                      <a:pt x="12" y="11"/>
                      <a:pt x="28" y="10"/>
                    </a:cubicBezTo>
                    <a:cubicBezTo>
                      <a:pt x="28" y="0"/>
                      <a:pt x="28" y="0"/>
                      <a:pt x="28" y="0"/>
                    </a:cubicBezTo>
                    <a:cubicBezTo>
                      <a:pt x="36" y="0"/>
                      <a:pt x="36" y="0"/>
                      <a:pt x="36" y="0"/>
                    </a:cubicBezTo>
                    <a:cubicBezTo>
                      <a:pt x="36" y="10"/>
                      <a:pt x="36" y="10"/>
                      <a:pt x="36" y="10"/>
                    </a:cubicBezTo>
                    <a:cubicBezTo>
                      <a:pt x="51" y="11"/>
                      <a:pt x="62" y="19"/>
                      <a:pt x="63" y="34"/>
                    </a:cubicBezTo>
                    <a:cubicBezTo>
                      <a:pt x="44" y="34"/>
                      <a:pt x="44" y="34"/>
                      <a:pt x="44" y="34"/>
                    </a:cubicBezTo>
                    <a:cubicBezTo>
                      <a:pt x="44" y="29"/>
                      <a:pt x="41" y="25"/>
                      <a:pt x="36" y="24"/>
                    </a:cubicBezTo>
                    <a:cubicBezTo>
                      <a:pt x="36" y="47"/>
                      <a:pt x="36" y="47"/>
                      <a:pt x="36" y="47"/>
                    </a:cubicBezTo>
                    <a:cubicBezTo>
                      <a:pt x="49" y="51"/>
                      <a:pt x="64" y="54"/>
                      <a:pt x="64" y="72"/>
                    </a:cubicBezTo>
                    <a:cubicBezTo>
                      <a:pt x="64" y="85"/>
                      <a:pt x="54" y="97"/>
                      <a:pt x="36" y="98"/>
                    </a:cubicBezTo>
                    <a:cubicBezTo>
                      <a:pt x="36" y="108"/>
                      <a:pt x="36" y="108"/>
                      <a:pt x="36" y="108"/>
                    </a:cubicBezTo>
                    <a:cubicBezTo>
                      <a:pt x="28" y="108"/>
                      <a:pt x="28" y="108"/>
                      <a:pt x="28" y="108"/>
                    </a:cubicBezTo>
                    <a:lnTo>
                      <a:pt x="28" y="98"/>
                    </a:lnTo>
                    <a:close/>
                    <a:moveTo>
                      <a:pt x="28" y="45"/>
                    </a:moveTo>
                    <a:cubicBezTo>
                      <a:pt x="28" y="24"/>
                      <a:pt x="28" y="24"/>
                      <a:pt x="28" y="24"/>
                    </a:cubicBezTo>
                    <a:cubicBezTo>
                      <a:pt x="22" y="24"/>
                      <a:pt x="18" y="28"/>
                      <a:pt x="18" y="34"/>
                    </a:cubicBezTo>
                    <a:cubicBezTo>
                      <a:pt x="18" y="40"/>
                      <a:pt x="22" y="43"/>
                      <a:pt x="28" y="45"/>
                    </a:cubicBezTo>
                    <a:close/>
                    <a:moveTo>
                      <a:pt x="36" y="62"/>
                    </a:moveTo>
                    <a:cubicBezTo>
                      <a:pt x="36" y="84"/>
                      <a:pt x="36" y="84"/>
                      <a:pt x="36" y="84"/>
                    </a:cubicBezTo>
                    <a:cubicBezTo>
                      <a:pt x="42" y="83"/>
                      <a:pt x="46" y="79"/>
                      <a:pt x="46" y="73"/>
                    </a:cubicBezTo>
                    <a:cubicBezTo>
                      <a:pt x="46" y="67"/>
                      <a:pt x="42" y="64"/>
                      <a:pt x="36" y="6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43" name="Google Shape;543;p46"/>
            <p:cNvSpPr/>
            <p:nvPr/>
          </p:nvSpPr>
          <p:spPr>
            <a:xfrm>
              <a:off x="1337961" y="2689449"/>
              <a:ext cx="2463905" cy="1760801"/>
            </a:xfrm>
            <a:custGeom>
              <a:rect b="b" l="l" r="r" t="t"/>
              <a:pathLst>
                <a:path extrusionOk="0" h="729" w="1021">
                  <a:moveTo>
                    <a:pt x="1021" y="101"/>
                  </a:moveTo>
                  <a:cubicBezTo>
                    <a:pt x="1021" y="629"/>
                    <a:pt x="1021" y="629"/>
                    <a:pt x="1021" y="629"/>
                  </a:cubicBezTo>
                  <a:cubicBezTo>
                    <a:pt x="1021" y="684"/>
                    <a:pt x="976" y="729"/>
                    <a:pt x="922" y="729"/>
                  </a:cubicBezTo>
                  <a:cubicBezTo>
                    <a:pt x="100" y="729"/>
                    <a:pt x="100" y="729"/>
                    <a:pt x="100" y="729"/>
                  </a:cubicBezTo>
                  <a:cubicBezTo>
                    <a:pt x="45" y="729"/>
                    <a:pt x="0" y="684"/>
                    <a:pt x="0" y="629"/>
                  </a:cubicBezTo>
                  <a:cubicBezTo>
                    <a:pt x="0" y="101"/>
                    <a:pt x="0" y="101"/>
                    <a:pt x="0" y="101"/>
                  </a:cubicBezTo>
                  <a:cubicBezTo>
                    <a:pt x="0" y="45"/>
                    <a:pt x="45" y="0"/>
                    <a:pt x="100" y="0"/>
                  </a:cubicBezTo>
                  <a:cubicBezTo>
                    <a:pt x="922" y="0"/>
                    <a:pt x="922" y="0"/>
                    <a:pt x="922" y="0"/>
                  </a:cubicBezTo>
                  <a:cubicBezTo>
                    <a:pt x="976" y="0"/>
                    <a:pt x="1021" y="45"/>
                    <a:pt x="1021" y="10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46"/>
            <p:cNvSpPr/>
            <p:nvPr/>
          </p:nvSpPr>
          <p:spPr>
            <a:xfrm>
              <a:off x="1887641" y="2472016"/>
              <a:ext cx="1395028" cy="324118"/>
            </a:xfrm>
            <a:custGeom>
              <a:rect b="b" l="l" r="r" t="t"/>
              <a:pathLst>
                <a:path extrusionOk="0" h="134" w="578">
                  <a:moveTo>
                    <a:pt x="493" y="27"/>
                  </a:moveTo>
                  <a:cubicBezTo>
                    <a:pt x="474" y="9"/>
                    <a:pt x="449" y="0"/>
                    <a:pt x="423" y="0"/>
                  </a:cubicBezTo>
                  <a:cubicBezTo>
                    <a:pt x="315" y="0"/>
                    <a:pt x="315" y="0"/>
                    <a:pt x="315" y="0"/>
                  </a:cubicBezTo>
                  <a:cubicBezTo>
                    <a:pt x="263" y="0"/>
                    <a:pt x="263" y="0"/>
                    <a:pt x="263" y="0"/>
                  </a:cubicBezTo>
                  <a:cubicBezTo>
                    <a:pt x="155" y="0"/>
                    <a:pt x="155" y="0"/>
                    <a:pt x="155" y="0"/>
                  </a:cubicBezTo>
                  <a:cubicBezTo>
                    <a:pt x="129" y="0"/>
                    <a:pt x="104" y="9"/>
                    <a:pt x="85" y="27"/>
                  </a:cubicBezTo>
                  <a:cubicBezTo>
                    <a:pt x="0" y="106"/>
                    <a:pt x="0" y="106"/>
                    <a:pt x="0" y="106"/>
                  </a:cubicBezTo>
                  <a:cubicBezTo>
                    <a:pt x="25" y="134"/>
                    <a:pt x="25" y="134"/>
                    <a:pt x="25" y="134"/>
                  </a:cubicBezTo>
                  <a:cubicBezTo>
                    <a:pt x="111" y="55"/>
                    <a:pt x="111" y="55"/>
                    <a:pt x="111" y="55"/>
                  </a:cubicBezTo>
                  <a:cubicBezTo>
                    <a:pt x="123" y="44"/>
                    <a:pt x="138" y="37"/>
                    <a:pt x="155" y="37"/>
                  </a:cubicBezTo>
                  <a:cubicBezTo>
                    <a:pt x="263" y="37"/>
                    <a:pt x="263" y="37"/>
                    <a:pt x="263" y="37"/>
                  </a:cubicBezTo>
                  <a:cubicBezTo>
                    <a:pt x="315" y="37"/>
                    <a:pt x="315" y="37"/>
                    <a:pt x="315" y="37"/>
                  </a:cubicBezTo>
                  <a:cubicBezTo>
                    <a:pt x="423" y="37"/>
                    <a:pt x="423" y="37"/>
                    <a:pt x="423" y="37"/>
                  </a:cubicBezTo>
                  <a:cubicBezTo>
                    <a:pt x="440" y="37"/>
                    <a:pt x="455" y="44"/>
                    <a:pt x="467" y="55"/>
                  </a:cubicBezTo>
                  <a:cubicBezTo>
                    <a:pt x="552" y="134"/>
                    <a:pt x="552" y="134"/>
                    <a:pt x="552" y="134"/>
                  </a:cubicBezTo>
                  <a:cubicBezTo>
                    <a:pt x="578" y="106"/>
                    <a:pt x="578" y="106"/>
                    <a:pt x="578" y="106"/>
                  </a:cubicBezTo>
                  <a:lnTo>
                    <a:pt x="493" y="27"/>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46"/>
            <p:cNvSpPr/>
            <p:nvPr/>
          </p:nvSpPr>
          <p:spPr>
            <a:xfrm>
              <a:off x="2136561" y="2431374"/>
              <a:ext cx="808770" cy="166631"/>
            </a:xfrm>
            <a:custGeom>
              <a:rect b="b" l="l" r="r" t="t"/>
              <a:pathLst>
                <a:path extrusionOk="0" h="69" w="335">
                  <a:moveTo>
                    <a:pt x="313" y="69"/>
                  </a:moveTo>
                  <a:cubicBezTo>
                    <a:pt x="23" y="69"/>
                    <a:pt x="23" y="69"/>
                    <a:pt x="23" y="69"/>
                  </a:cubicBezTo>
                  <a:cubicBezTo>
                    <a:pt x="11" y="69"/>
                    <a:pt x="0" y="59"/>
                    <a:pt x="0" y="46"/>
                  </a:cubicBezTo>
                  <a:cubicBezTo>
                    <a:pt x="0" y="23"/>
                    <a:pt x="0" y="23"/>
                    <a:pt x="0" y="23"/>
                  </a:cubicBezTo>
                  <a:cubicBezTo>
                    <a:pt x="0" y="10"/>
                    <a:pt x="11" y="0"/>
                    <a:pt x="23" y="0"/>
                  </a:cubicBezTo>
                  <a:cubicBezTo>
                    <a:pt x="313" y="0"/>
                    <a:pt x="313" y="0"/>
                    <a:pt x="313" y="0"/>
                  </a:cubicBezTo>
                  <a:cubicBezTo>
                    <a:pt x="325" y="0"/>
                    <a:pt x="335" y="10"/>
                    <a:pt x="335" y="23"/>
                  </a:cubicBezTo>
                  <a:cubicBezTo>
                    <a:pt x="335" y="46"/>
                    <a:pt x="335" y="46"/>
                    <a:pt x="335" y="46"/>
                  </a:cubicBezTo>
                  <a:cubicBezTo>
                    <a:pt x="335" y="59"/>
                    <a:pt x="325" y="69"/>
                    <a:pt x="313" y="6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46"/>
            <p:cNvSpPr/>
            <p:nvPr/>
          </p:nvSpPr>
          <p:spPr>
            <a:xfrm>
              <a:off x="1337961" y="4136293"/>
              <a:ext cx="330215" cy="313957"/>
            </a:xfrm>
            <a:custGeom>
              <a:rect b="b" l="l" r="r" t="t"/>
              <a:pathLst>
                <a:path extrusionOk="0" h="130" w="137">
                  <a:moveTo>
                    <a:pt x="137" y="96"/>
                  </a:moveTo>
                  <a:cubicBezTo>
                    <a:pt x="137" y="107"/>
                    <a:pt x="135" y="119"/>
                    <a:pt x="131" y="130"/>
                  </a:cubicBezTo>
                  <a:cubicBezTo>
                    <a:pt x="100" y="130"/>
                    <a:pt x="100" y="130"/>
                    <a:pt x="100" y="130"/>
                  </a:cubicBezTo>
                  <a:cubicBezTo>
                    <a:pt x="45" y="130"/>
                    <a:pt x="0" y="85"/>
                    <a:pt x="0" y="30"/>
                  </a:cubicBezTo>
                  <a:cubicBezTo>
                    <a:pt x="0" y="9"/>
                    <a:pt x="0" y="9"/>
                    <a:pt x="0" y="9"/>
                  </a:cubicBezTo>
                  <a:cubicBezTo>
                    <a:pt x="12" y="3"/>
                    <a:pt x="27" y="0"/>
                    <a:pt x="41" y="0"/>
                  </a:cubicBezTo>
                  <a:cubicBezTo>
                    <a:pt x="94" y="0"/>
                    <a:pt x="137" y="42"/>
                    <a:pt x="137" y="9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46"/>
            <p:cNvSpPr/>
            <p:nvPr/>
          </p:nvSpPr>
          <p:spPr>
            <a:xfrm>
              <a:off x="3473683" y="4136293"/>
              <a:ext cx="328182" cy="313957"/>
            </a:xfrm>
            <a:custGeom>
              <a:rect b="b" l="l" r="r" t="t"/>
              <a:pathLst>
                <a:path extrusionOk="0" h="130" w="136">
                  <a:moveTo>
                    <a:pt x="136" y="9"/>
                  </a:moveTo>
                  <a:cubicBezTo>
                    <a:pt x="136" y="30"/>
                    <a:pt x="136" y="30"/>
                    <a:pt x="136" y="30"/>
                  </a:cubicBezTo>
                  <a:cubicBezTo>
                    <a:pt x="136" y="85"/>
                    <a:pt x="91" y="130"/>
                    <a:pt x="37" y="130"/>
                  </a:cubicBezTo>
                  <a:cubicBezTo>
                    <a:pt x="6" y="130"/>
                    <a:pt x="6" y="130"/>
                    <a:pt x="6" y="130"/>
                  </a:cubicBezTo>
                  <a:cubicBezTo>
                    <a:pt x="2" y="119"/>
                    <a:pt x="0" y="107"/>
                    <a:pt x="0" y="96"/>
                  </a:cubicBezTo>
                  <a:cubicBezTo>
                    <a:pt x="0" y="42"/>
                    <a:pt x="43" y="0"/>
                    <a:pt x="95" y="0"/>
                  </a:cubicBezTo>
                  <a:cubicBezTo>
                    <a:pt x="110" y="0"/>
                    <a:pt x="124" y="3"/>
                    <a:pt x="136"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8" name="Google Shape;548;p46"/>
            <p:cNvSpPr/>
            <p:nvPr/>
          </p:nvSpPr>
          <p:spPr>
            <a:xfrm>
              <a:off x="1325775" y="2880475"/>
              <a:ext cx="2463926" cy="903250"/>
            </a:xfrm>
            <a:custGeom>
              <a:rect b="b" l="l" r="r" t="t"/>
              <a:pathLst>
                <a:path extrusionOk="0" h="374" w="1044">
                  <a:moveTo>
                    <a:pt x="1044" y="0"/>
                  </a:moveTo>
                  <a:cubicBezTo>
                    <a:pt x="1044" y="0"/>
                    <a:pt x="1044" y="0"/>
                    <a:pt x="1044" y="0"/>
                  </a:cubicBezTo>
                  <a:cubicBezTo>
                    <a:pt x="1044" y="206"/>
                    <a:pt x="872" y="374"/>
                    <a:pt x="662" y="374"/>
                  </a:cubicBezTo>
                  <a:cubicBezTo>
                    <a:pt x="382" y="374"/>
                    <a:pt x="382" y="374"/>
                    <a:pt x="382" y="374"/>
                  </a:cubicBezTo>
                  <a:cubicBezTo>
                    <a:pt x="172" y="374"/>
                    <a:pt x="0" y="206"/>
                    <a:pt x="0" y="0"/>
                  </a:cubicBezTo>
                  <a:cubicBezTo>
                    <a:pt x="0" y="0"/>
                    <a:pt x="0" y="0"/>
                    <a:pt x="0" y="0"/>
                  </a:cubicBezTo>
                </a:path>
              </a:pathLst>
            </a:custGeom>
            <a:noFill/>
            <a:ln cap="rnd" cmpd="sng" w="412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46"/>
            <p:cNvSpPr/>
            <p:nvPr/>
          </p:nvSpPr>
          <p:spPr>
            <a:xfrm>
              <a:off x="1943523" y="3534796"/>
              <a:ext cx="166631" cy="403369"/>
            </a:xfrm>
            <a:custGeom>
              <a:rect b="b" l="l" r="r" t="t"/>
              <a:pathLst>
                <a:path extrusionOk="0" h="167" w="69">
                  <a:moveTo>
                    <a:pt x="0" y="151"/>
                  </a:moveTo>
                  <a:cubicBezTo>
                    <a:pt x="0" y="16"/>
                    <a:pt x="0" y="16"/>
                    <a:pt x="0" y="16"/>
                  </a:cubicBezTo>
                  <a:cubicBezTo>
                    <a:pt x="0" y="7"/>
                    <a:pt x="7" y="0"/>
                    <a:pt x="16" y="0"/>
                  </a:cubicBezTo>
                  <a:cubicBezTo>
                    <a:pt x="53" y="0"/>
                    <a:pt x="53" y="0"/>
                    <a:pt x="53" y="0"/>
                  </a:cubicBezTo>
                  <a:cubicBezTo>
                    <a:pt x="62" y="0"/>
                    <a:pt x="69" y="7"/>
                    <a:pt x="69" y="16"/>
                  </a:cubicBezTo>
                  <a:cubicBezTo>
                    <a:pt x="69" y="151"/>
                    <a:pt x="69" y="151"/>
                    <a:pt x="69" y="151"/>
                  </a:cubicBezTo>
                  <a:cubicBezTo>
                    <a:pt x="69" y="160"/>
                    <a:pt x="62" y="167"/>
                    <a:pt x="53" y="167"/>
                  </a:cubicBezTo>
                  <a:cubicBezTo>
                    <a:pt x="16" y="167"/>
                    <a:pt x="16" y="167"/>
                    <a:pt x="16" y="167"/>
                  </a:cubicBezTo>
                  <a:cubicBezTo>
                    <a:pt x="7" y="167"/>
                    <a:pt x="0" y="160"/>
                    <a:pt x="0" y="15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46"/>
            <p:cNvSpPr/>
            <p:nvPr/>
          </p:nvSpPr>
          <p:spPr>
            <a:xfrm>
              <a:off x="1943523" y="3822335"/>
              <a:ext cx="166800" cy="36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46"/>
            <p:cNvSpPr/>
            <p:nvPr/>
          </p:nvSpPr>
          <p:spPr>
            <a:xfrm>
              <a:off x="3061170" y="3534796"/>
              <a:ext cx="166631" cy="403369"/>
            </a:xfrm>
            <a:custGeom>
              <a:rect b="b" l="l" r="r" t="t"/>
              <a:pathLst>
                <a:path extrusionOk="0" h="167" w="69">
                  <a:moveTo>
                    <a:pt x="0" y="151"/>
                  </a:moveTo>
                  <a:cubicBezTo>
                    <a:pt x="0" y="16"/>
                    <a:pt x="0" y="16"/>
                    <a:pt x="0" y="16"/>
                  </a:cubicBezTo>
                  <a:cubicBezTo>
                    <a:pt x="0" y="7"/>
                    <a:pt x="7" y="0"/>
                    <a:pt x="16" y="0"/>
                  </a:cubicBezTo>
                  <a:cubicBezTo>
                    <a:pt x="53" y="0"/>
                    <a:pt x="53" y="0"/>
                    <a:pt x="53" y="0"/>
                  </a:cubicBezTo>
                  <a:cubicBezTo>
                    <a:pt x="62" y="0"/>
                    <a:pt x="69" y="7"/>
                    <a:pt x="69" y="16"/>
                  </a:cubicBezTo>
                  <a:cubicBezTo>
                    <a:pt x="69" y="151"/>
                    <a:pt x="69" y="151"/>
                    <a:pt x="69" y="151"/>
                  </a:cubicBezTo>
                  <a:cubicBezTo>
                    <a:pt x="69" y="160"/>
                    <a:pt x="62" y="167"/>
                    <a:pt x="53" y="167"/>
                  </a:cubicBezTo>
                  <a:cubicBezTo>
                    <a:pt x="16" y="167"/>
                    <a:pt x="16" y="167"/>
                    <a:pt x="16" y="167"/>
                  </a:cubicBezTo>
                  <a:cubicBezTo>
                    <a:pt x="7" y="167"/>
                    <a:pt x="0" y="160"/>
                    <a:pt x="0" y="15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46"/>
            <p:cNvSpPr/>
            <p:nvPr/>
          </p:nvSpPr>
          <p:spPr>
            <a:xfrm>
              <a:off x="3061170" y="3822335"/>
              <a:ext cx="166800" cy="36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46"/>
            <p:cNvSpPr/>
            <p:nvPr/>
          </p:nvSpPr>
          <p:spPr>
            <a:xfrm>
              <a:off x="987426" y="2454743"/>
              <a:ext cx="726471" cy="962193"/>
            </a:xfrm>
            <a:custGeom>
              <a:rect b="b" l="l" r="r" t="t"/>
              <a:pathLst>
                <a:path extrusionOk="0" h="398" w="301">
                  <a:moveTo>
                    <a:pt x="262" y="398"/>
                  </a:moveTo>
                  <a:cubicBezTo>
                    <a:pt x="39" y="398"/>
                    <a:pt x="39" y="398"/>
                    <a:pt x="39" y="398"/>
                  </a:cubicBezTo>
                  <a:cubicBezTo>
                    <a:pt x="17" y="398"/>
                    <a:pt x="0" y="380"/>
                    <a:pt x="0" y="359"/>
                  </a:cubicBezTo>
                  <a:cubicBezTo>
                    <a:pt x="0" y="39"/>
                    <a:pt x="0" y="39"/>
                    <a:pt x="0" y="39"/>
                  </a:cubicBezTo>
                  <a:cubicBezTo>
                    <a:pt x="0" y="18"/>
                    <a:pt x="17" y="0"/>
                    <a:pt x="39" y="0"/>
                  </a:cubicBezTo>
                  <a:cubicBezTo>
                    <a:pt x="262" y="0"/>
                    <a:pt x="262" y="0"/>
                    <a:pt x="262" y="0"/>
                  </a:cubicBezTo>
                  <a:cubicBezTo>
                    <a:pt x="283" y="0"/>
                    <a:pt x="301" y="18"/>
                    <a:pt x="301" y="39"/>
                  </a:cubicBezTo>
                  <a:cubicBezTo>
                    <a:pt x="301" y="359"/>
                    <a:pt x="301" y="359"/>
                    <a:pt x="301" y="359"/>
                  </a:cubicBezTo>
                  <a:cubicBezTo>
                    <a:pt x="301" y="380"/>
                    <a:pt x="283" y="398"/>
                    <a:pt x="262" y="39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46"/>
            <p:cNvSpPr/>
            <p:nvPr/>
          </p:nvSpPr>
          <p:spPr>
            <a:xfrm>
              <a:off x="1060581" y="2556347"/>
              <a:ext cx="579145" cy="191016"/>
            </a:xfrm>
            <a:custGeom>
              <a:rect b="b" l="l" r="r" t="t"/>
              <a:pathLst>
                <a:path extrusionOk="0" h="79" w="240">
                  <a:moveTo>
                    <a:pt x="234" y="79"/>
                  </a:moveTo>
                  <a:cubicBezTo>
                    <a:pt x="6" y="79"/>
                    <a:pt x="6" y="79"/>
                    <a:pt x="6" y="79"/>
                  </a:cubicBezTo>
                  <a:cubicBezTo>
                    <a:pt x="3" y="79"/>
                    <a:pt x="0" y="77"/>
                    <a:pt x="0" y="74"/>
                  </a:cubicBezTo>
                  <a:cubicBezTo>
                    <a:pt x="0" y="6"/>
                    <a:pt x="0" y="6"/>
                    <a:pt x="0" y="6"/>
                  </a:cubicBezTo>
                  <a:cubicBezTo>
                    <a:pt x="0" y="2"/>
                    <a:pt x="3" y="0"/>
                    <a:pt x="6" y="0"/>
                  </a:cubicBezTo>
                  <a:cubicBezTo>
                    <a:pt x="234" y="0"/>
                    <a:pt x="234" y="0"/>
                    <a:pt x="234" y="0"/>
                  </a:cubicBezTo>
                  <a:cubicBezTo>
                    <a:pt x="238" y="0"/>
                    <a:pt x="240" y="2"/>
                    <a:pt x="240" y="6"/>
                  </a:cubicBezTo>
                  <a:cubicBezTo>
                    <a:pt x="240" y="74"/>
                    <a:pt x="240" y="74"/>
                    <a:pt x="240" y="74"/>
                  </a:cubicBezTo>
                  <a:cubicBezTo>
                    <a:pt x="240" y="77"/>
                    <a:pt x="238" y="79"/>
                    <a:pt x="234" y="7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46"/>
            <p:cNvSpPr/>
            <p:nvPr/>
          </p:nvSpPr>
          <p:spPr>
            <a:xfrm>
              <a:off x="1061094" y="2827630"/>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46"/>
            <p:cNvSpPr/>
            <p:nvPr/>
          </p:nvSpPr>
          <p:spPr>
            <a:xfrm>
              <a:off x="1212484"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46"/>
            <p:cNvSpPr/>
            <p:nvPr/>
          </p:nvSpPr>
          <p:spPr>
            <a:xfrm>
              <a:off x="1364891"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46"/>
            <p:cNvSpPr/>
            <p:nvPr/>
          </p:nvSpPr>
          <p:spPr>
            <a:xfrm>
              <a:off x="1514249" y="2827630"/>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46"/>
            <p:cNvSpPr/>
            <p:nvPr/>
          </p:nvSpPr>
          <p:spPr>
            <a:xfrm>
              <a:off x="1061094" y="2957684"/>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46"/>
            <p:cNvSpPr/>
            <p:nvPr/>
          </p:nvSpPr>
          <p:spPr>
            <a:xfrm>
              <a:off x="1212484"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46"/>
            <p:cNvSpPr/>
            <p:nvPr/>
          </p:nvSpPr>
          <p:spPr>
            <a:xfrm>
              <a:off x="1364378"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46"/>
            <p:cNvSpPr/>
            <p:nvPr/>
          </p:nvSpPr>
          <p:spPr>
            <a:xfrm>
              <a:off x="1513737" y="2957684"/>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46"/>
            <p:cNvSpPr/>
            <p:nvPr/>
          </p:nvSpPr>
          <p:spPr>
            <a:xfrm>
              <a:off x="1061094" y="3087737"/>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46"/>
            <p:cNvSpPr/>
            <p:nvPr/>
          </p:nvSpPr>
          <p:spPr>
            <a:xfrm>
              <a:off x="1211972" y="3087737"/>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46"/>
            <p:cNvSpPr/>
            <p:nvPr/>
          </p:nvSpPr>
          <p:spPr>
            <a:xfrm>
              <a:off x="1364891" y="3087737"/>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46"/>
            <p:cNvSpPr/>
            <p:nvPr/>
          </p:nvSpPr>
          <p:spPr>
            <a:xfrm>
              <a:off x="1060581" y="3218806"/>
              <a:ext cx="124974"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46"/>
            <p:cNvSpPr/>
            <p:nvPr/>
          </p:nvSpPr>
          <p:spPr>
            <a:xfrm>
              <a:off x="1211972" y="3218806"/>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46"/>
            <p:cNvSpPr/>
            <p:nvPr/>
          </p:nvSpPr>
          <p:spPr>
            <a:xfrm>
              <a:off x="1364378" y="3218806"/>
              <a:ext cx="125989" cy="96524"/>
            </a:xfrm>
            <a:custGeom>
              <a:rect b="b" l="l" r="r" t="t"/>
              <a:pathLst>
                <a:path extrusionOk="0" h="40" w="52">
                  <a:moveTo>
                    <a:pt x="50" y="40"/>
                  </a:moveTo>
                  <a:cubicBezTo>
                    <a:pt x="2" y="40"/>
                    <a:pt x="2" y="40"/>
                    <a:pt x="2" y="40"/>
                  </a:cubicBezTo>
                  <a:cubicBezTo>
                    <a:pt x="1" y="40"/>
                    <a:pt x="0" y="39"/>
                    <a:pt x="0" y="38"/>
                  </a:cubicBezTo>
                  <a:cubicBezTo>
                    <a:pt x="0" y="2"/>
                    <a:pt x="0" y="2"/>
                    <a:pt x="0" y="2"/>
                  </a:cubicBezTo>
                  <a:cubicBezTo>
                    <a:pt x="0" y="1"/>
                    <a:pt x="1" y="0"/>
                    <a:pt x="2" y="0"/>
                  </a:cubicBezTo>
                  <a:cubicBezTo>
                    <a:pt x="50" y="0"/>
                    <a:pt x="50" y="0"/>
                    <a:pt x="50" y="0"/>
                  </a:cubicBezTo>
                  <a:cubicBezTo>
                    <a:pt x="51" y="0"/>
                    <a:pt x="52" y="1"/>
                    <a:pt x="52" y="2"/>
                  </a:cubicBezTo>
                  <a:cubicBezTo>
                    <a:pt x="52" y="38"/>
                    <a:pt x="52" y="38"/>
                    <a:pt x="52" y="38"/>
                  </a:cubicBezTo>
                  <a:cubicBezTo>
                    <a:pt x="52" y="39"/>
                    <a:pt x="51" y="40"/>
                    <a:pt x="50" y="4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46"/>
            <p:cNvSpPr/>
            <p:nvPr/>
          </p:nvSpPr>
          <p:spPr>
            <a:xfrm>
              <a:off x="1514249" y="3087737"/>
              <a:ext cx="125989" cy="227594"/>
            </a:xfrm>
            <a:custGeom>
              <a:rect b="b" l="l" r="r" t="t"/>
              <a:pathLst>
                <a:path extrusionOk="0" h="94" w="52">
                  <a:moveTo>
                    <a:pt x="50" y="0"/>
                  </a:moveTo>
                  <a:cubicBezTo>
                    <a:pt x="2" y="0"/>
                    <a:pt x="2" y="0"/>
                    <a:pt x="2" y="0"/>
                  </a:cubicBezTo>
                  <a:cubicBezTo>
                    <a:pt x="1" y="0"/>
                    <a:pt x="0" y="1"/>
                    <a:pt x="0" y="2"/>
                  </a:cubicBezTo>
                  <a:cubicBezTo>
                    <a:pt x="0" y="23"/>
                    <a:pt x="0" y="23"/>
                    <a:pt x="0" y="23"/>
                  </a:cubicBezTo>
                  <a:cubicBezTo>
                    <a:pt x="0" y="38"/>
                    <a:pt x="0" y="38"/>
                    <a:pt x="0" y="38"/>
                  </a:cubicBezTo>
                  <a:cubicBezTo>
                    <a:pt x="0" y="92"/>
                    <a:pt x="0" y="92"/>
                    <a:pt x="0" y="92"/>
                  </a:cubicBezTo>
                  <a:cubicBezTo>
                    <a:pt x="0" y="93"/>
                    <a:pt x="2" y="94"/>
                    <a:pt x="3" y="94"/>
                  </a:cubicBezTo>
                  <a:cubicBezTo>
                    <a:pt x="50" y="94"/>
                    <a:pt x="50" y="94"/>
                    <a:pt x="50" y="94"/>
                  </a:cubicBezTo>
                  <a:cubicBezTo>
                    <a:pt x="51" y="94"/>
                    <a:pt x="52" y="93"/>
                    <a:pt x="52" y="92"/>
                  </a:cubicBezTo>
                  <a:cubicBezTo>
                    <a:pt x="52" y="38"/>
                    <a:pt x="52" y="38"/>
                    <a:pt x="52" y="38"/>
                  </a:cubicBezTo>
                  <a:cubicBezTo>
                    <a:pt x="52" y="23"/>
                    <a:pt x="52" y="23"/>
                    <a:pt x="52" y="23"/>
                  </a:cubicBezTo>
                  <a:cubicBezTo>
                    <a:pt x="52" y="2"/>
                    <a:pt x="52" y="2"/>
                    <a:pt x="52" y="2"/>
                  </a:cubicBezTo>
                  <a:cubicBezTo>
                    <a:pt x="52" y="1"/>
                    <a:pt x="51" y="0"/>
                    <a:pt x="5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570" name="Google Shape;570;p46"/>
            <p:cNvCxnSpPr/>
            <p:nvPr/>
          </p:nvCxnSpPr>
          <p:spPr>
            <a:xfrm>
              <a:off x="869565" y="4450250"/>
              <a:ext cx="3400500" cy="0"/>
            </a:xfrm>
            <a:prstGeom prst="straightConnector1">
              <a:avLst/>
            </a:prstGeom>
            <a:noFill/>
            <a:ln cap="flat" cmpd="sng" w="22225">
              <a:solidFill>
                <a:schemeClr val="dk2"/>
              </a:solidFill>
              <a:prstDash val="solid"/>
              <a:miter lim="800000"/>
              <a:headEnd len="med" w="med" type="none"/>
              <a:tailEnd len="med" w="med" type="none"/>
            </a:ln>
          </p:spPr>
        </p:cxnSp>
        <p:grpSp>
          <p:nvGrpSpPr>
            <p:cNvPr id="571" name="Google Shape;571;p46"/>
            <p:cNvGrpSpPr/>
            <p:nvPr/>
          </p:nvGrpSpPr>
          <p:grpSpPr>
            <a:xfrm>
              <a:off x="715095" y="3609936"/>
              <a:ext cx="470136" cy="471525"/>
              <a:chOff x="6972458" y="1244768"/>
              <a:chExt cx="406200" cy="407400"/>
            </a:xfrm>
          </p:grpSpPr>
          <p:sp>
            <p:nvSpPr>
              <p:cNvPr id="572" name="Google Shape;572;p46"/>
              <p:cNvSpPr/>
              <p:nvPr/>
            </p:nvSpPr>
            <p:spPr>
              <a:xfrm>
                <a:off x="6972458" y="1244768"/>
                <a:ext cx="406200" cy="40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46"/>
              <p:cNvSpPr/>
              <p:nvPr/>
            </p:nvSpPr>
            <p:spPr>
              <a:xfrm>
                <a:off x="7001427" y="1276370"/>
                <a:ext cx="345900" cy="344100"/>
              </a:xfrm>
              <a:prstGeom prst="ellipse">
                <a:avLst/>
              </a:prstGeom>
              <a:noFill/>
              <a:ln cap="flat" cmpd="sng" w="15875">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46"/>
              <p:cNvSpPr/>
              <p:nvPr/>
            </p:nvSpPr>
            <p:spPr>
              <a:xfrm>
                <a:off x="7107644" y="1336940"/>
                <a:ext cx="133430" cy="225603"/>
              </a:xfrm>
              <a:custGeom>
                <a:rect b="b" l="l" r="r" t="t"/>
                <a:pathLst>
                  <a:path extrusionOk="0" h="108" w="64">
                    <a:moveTo>
                      <a:pt x="28" y="98"/>
                    </a:moveTo>
                    <a:cubicBezTo>
                      <a:pt x="12" y="96"/>
                      <a:pt x="1" y="88"/>
                      <a:pt x="0" y="73"/>
                    </a:cubicBezTo>
                    <a:cubicBezTo>
                      <a:pt x="19" y="73"/>
                      <a:pt x="19" y="73"/>
                      <a:pt x="19" y="73"/>
                    </a:cubicBezTo>
                    <a:cubicBezTo>
                      <a:pt x="19" y="79"/>
                      <a:pt x="22" y="82"/>
                      <a:pt x="28" y="84"/>
                    </a:cubicBezTo>
                    <a:cubicBezTo>
                      <a:pt x="28" y="60"/>
                      <a:pt x="28" y="60"/>
                      <a:pt x="28" y="60"/>
                    </a:cubicBezTo>
                    <a:cubicBezTo>
                      <a:pt x="15" y="57"/>
                      <a:pt x="0" y="53"/>
                      <a:pt x="0" y="35"/>
                    </a:cubicBezTo>
                    <a:cubicBezTo>
                      <a:pt x="0" y="20"/>
                      <a:pt x="12" y="11"/>
                      <a:pt x="28" y="10"/>
                    </a:cubicBezTo>
                    <a:cubicBezTo>
                      <a:pt x="28" y="0"/>
                      <a:pt x="28" y="0"/>
                      <a:pt x="28" y="0"/>
                    </a:cubicBezTo>
                    <a:cubicBezTo>
                      <a:pt x="36" y="0"/>
                      <a:pt x="36" y="0"/>
                      <a:pt x="36" y="0"/>
                    </a:cubicBezTo>
                    <a:cubicBezTo>
                      <a:pt x="36" y="10"/>
                      <a:pt x="36" y="10"/>
                      <a:pt x="36" y="10"/>
                    </a:cubicBezTo>
                    <a:cubicBezTo>
                      <a:pt x="51" y="11"/>
                      <a:pt x="62" y="19"/>
                      <a:pt x="63" y="34"/>
                    </a:cubicBezTo>
                    <a:cubicBezTo>
                      <a:pt x="44" y="34"/>
                      <a:pt x="44" y="34"/>
                      <a:pt x="44" y="34"/>
                    </a:cubicBezTo>
                    <a:cubicBezTo>
                      <a:pt x="44" y="29"/>
                      <a:pt x="41" y="25"/>
                      <a:pt x="36" y="24"/>
                    </a:cubicBezTo>
                    <a:cubicBezTo>
                      <a:pt x="36" y="47"/>
                      <a:pt x="36" y="47"/>
                      <a:pt x="36" y="47"/>
                    </a:cubicBezTo>
                    <a:cubicBezTo>
                      <a:pt x="49" y="51"/>
                      <a:pt x="64" y="54"/>
                      <a:pt x="64" y="72"/>
                    </a:cubicBezTo>
                    <a:cubicBezTo>
                      <a:pt x="64" y="85"/>
                      <a:pt x="54" y="97"/>
                      <a:pt x="36" y="98"/>
                    </a:cubicBezTo>
                    <a:cubicBezTo>
                      <a:pt x="36" y="108"/>
                      <a:pt x="36" y="108"/>
                      <a:pt x="36" y="108"/>
                    </a:cubicBezTo>
                    <a:cubicBezTo>
                      <a:pt x="28" y="108"/>
                      <a:pt x="28" y="108"/>
                      <a:pt x="28" y="108"/>
                    </a:cubicBezTo>
                    <a:lnTo>
                      <a:pt x="28" y="98"/>
                    </a:lnTo>
                    <a:close/>
                    <a:moveTo>
                      <a:pt x="28" y="45"/>
                    </a:moveTo>
                    <a:cubicBezTo>
                      <a:pt x="28" y="24"/>
                      <a:pt x="28" y="24"/>
                      <a:pt x="28" y="24"/>
                    </a:cubicBezTo>
                    <a:cubicBezTo>
                      <a:pt x="22" y="24"/>
                      <a:pt x="18" y="28"/>
                      <a:pt x="18" y="34"/>
                    </a:cubicBezTo>
                    <a:cubicBezTo>
                      <a:pt x="18" y="40"/>
                      <a:pt x="22" y="43"/>
                      <a:pt x="28" y="45"/>
                    </a:cubicBezTo>
                    <a:close/>
                    <a:moveTo>
                      <a:pt x="36" y="62"/>
                    </a:moveTo>
                    <a:cubicBezTo>
                      <a:pt x="36" y="84"/>
                      <a:pt x="36" y="84"/>
                      <a:pt x="36" y="84"/>
                    </a:cubicBezTo>
                    <a:cubicBezTo>
                      <a:pt x="42" y="83"/>
                      <a:pt x="46" y="79"/>
                      <a:pt x="46" y="73"/>
                    </a:cubicBezTo>
                    <a:cubicBezTo>
                      <a:pt x="46" y="67"/>
                      <a:pt x="42" y="64"/>
                      <a:pt x="36" y="6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Scaling</a:t>
            </a:r>
            <a:r>
              <a:rPr lang="en"/>
              <a:t> and Encoding</a:t>
            </a:r>
            <a:endParaRPr/>
          </a:p>
        </p:txBody>
      </p:sp>
      <p:pic>
        <p:nvPicPr>
          <p:cNvPr id="580" name="Google Shape;580;p47"/>
          <p:cNvPicPr preferRelativeResize="0"/>
          <p:nvPr/>
        </p:nvPicPr>
        <p:blipFill>
          <a:blip r:embed="rId3">
            <a:alphaModFix/>
          </a:blip>
          <a:stretch>
            <a:fillRect/>
          </a:stretch>
        </p:blipFill>
        <p:spPr>
          <a:xfrm>
            <a:off x="720000" y="1170125"/>
            <a:ext cx="7704000" cy="360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Scaling and Encoding</a:t>
            </a:r>
            <a:endParaRPr/>
          </a:p>
        </p:txBody>
      </p:sp>
      <p:sp>
        <p:nvSpPr>
          <p:cNvPr id="586" name="Google Shape;586;p48"/>
          <p:cNvSpPr txBox="1"/>
          <p:nvPr/>
        </p:nvSpPr>
        <p:spPr>
          <a:xfrm>
            <a:off x="720000" y="1228775"/>
            <a:ext cx="8025900" cy="3914700"/>
          </a:xfrm>
          <a:prstGeom prst="rect">
            <a:avLst/>
          </a:prstGeom>
          <a:no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600">
                <a:solidFill>
                  <a:schemeClr val="dk1"/>
                </a:solidFill>
                <a:latin typeface="Actor"/>
                <a:ea typeface="Actor"/>
                <a:cs typeface="Actor"/>
                <a:sym typeface="Actor"/>
              </a:rPr>
              <a:t>Why Scaling and Encoding?</a:t>
            </a:r>
            <a:endParaRPr b="1" sz="1600">
              <a:solidFill>
                <a:schemeClr val="dk1"/>
              </a:solidFill>
              <a:latin typeface="Actor"/>
              <a:ea typeface="Actor"/>
              <a:cs typeface="Actor"/>
              <a:sym typeface="Actor"/>
            </a:endParaRPr>
          </a:p>
          <a:p>
            <a:pPr indent="0" lvl="0" marL="0" rtl="0" algn="l">
              <a:lnSpc>
                <a:spcPct val="115000"/>
              </a:lnSpc>
              <a:spcBef>
                <a:spcPts val="1200"/>
              </a:spcBef>
              <a:spcAft>
                <a:spcPts val="0"/>
              </a:spcAft>
              <a:buNone/>
            </a:pPr>
            <a:r>
              <a:rPr lang="en">
                <a:solidFill>
                  <a:schemeClr val="dk2"/>
                </a:solidFill>
                <a:latin typeface="Actor"/>
                <a:ea typeface="Actor"/>
                <a:cs typeface="Actor"/>
                <a:sym typeface="Actor"/>
              </a:rPr>
              <a:t>Before applying PCA and Clustering, the data must be prepared so that all variables contribute fairly to the analysis.</a:t>
            </a:r>
            <a:endParaRPr>
              <a:solidFill>
                <a:schemeClr val="dk2"/>
              </a:solidFill>
              <a:latin typeface="Actor"/>
              <a:ea typeface="Actor"/>
              <a:cs typeface="Actor"/>
              <a:sym typeface="Actor"/>
            </a:endParaRPr>
          </a:p>
          <a:p>
            <a:pPr indent="0" lvl="0" marL="0" marR="0" rtl="0" algn="l">
              <a:lnSpc>
                <a:spcPct val="100000"/>
              </a:lnSpc>
              <a:spcBef>
                <a:spcPts val="1200"/>
              </a:spcBef>
              <a:spcAft>
                <a:spcPts val="0"/>
              </a:spcAft>
              <a:buNone/>
            </a:pPr>
            <a:r>
              <a:rPr b="1" lang="en">
                <a:solidFill>
                  <a:schemeClr val="dk1"/>
                </a:solidFill>
                <a:latin typeface="Actor"/>
                <a:ea typeface="Actor"/>
                <a:cs typeface="Actor"/>
                <a:sym typeface="Actor"/>
              </a:rPr>
              <a:t>Scaling (Numerical Variables)</a:t>
            </a:r>
            <a:endParaRPr b="1">
              <a:solidFill>
                <a:schemeClr val="dk1"/>
              </a:solidFill>
              <a:latin typeface="Actor"/>
              <a:ea typeface="Actor"/>
              <a:cs typeface="Actor"/>
              <a:sym typeface="Actor"/>
            </a:endParaRPr>
          </a:p>
          <a:p>
            <a:pPr indent="-311150" lvl="0" marL="457200" rtl="0" algn="l">
              <a:lnSpc>
                <a:spcPct val="115000"/>
              </a:lnSpc>
              <a:spcBef>
                <a:spcPts val="1200"/>
              </a:spcBef>
              <a:spcAft>
                <a:spcPts val="0"/>
              </a:spcAft>
              <a:buSzPts val="1300"/>
              <a:buChar char="●"/>
            </a:pPr>
            <a:r>
              <a:rPr lang="en">
                <a:solidFill>
                  <a:schemeClr val="dk2"/>
                </a:solidFill>
                <a:latin typeface="Actor"/>
                <a:ea typeface="Actor"/>
                <a:cs typeface="Actor"/>
                <a:sym typeface="Actor"/>
              </a:rPr>
              <a:t>Numerical variables have different units and range (e.g. age in years, balance in euros, duration in seconds)</a:t>
            </a:r>
            <a:endParaRPr>
              <a:solidFill>
                <a:schemeClr val="dk2"/>
              </a:solidFill>
              <a:latin typeface="Actor"/>
              <a:ea typeface="Actor"/>
              <a:cs typeface="Actor"/>
              <a:sym typeface="Actor"/>
            </a:endParaRPr>
          </a:p>
          <a:p>
            <a:pPr indent="-311150" lvl="0" marL="457200" rtl="0" algn="l">
              <a:lnSpc>
                <a:spcPct val="115000"/>
              </a:lnSpc>
              <a:spcBef>
                <a:spcPts val="0"/>
              </a:spcBef>
              <a:spcAft>
                <a:spcPts val="0"/>
              </a:spcAft>
              <a:buSzPts val="1300"/>
              <a:buChar char="●"/>
            </a:pPr>
            <a:r>
              <a:rPr lang="en">
                <a:solidFill>
                  <a:schemeClr val="dk2"/>
                </a:solidFill>
                <a:latin typeface="Actor"/>
                <a:ea typeface="Actor"/>
                <a:cs typeface="Actor"/>
                <a:sym typeface="Actor"/>
              </a:rPr>
              <a:t>Variables with larger values can dominate the analysis</a:t>
            </a:r>
            <a:endParaRPr>
              <a:solidFill>
                <a:schemeClr val="dk2"/>
              </a:solidFill>
              <a:latin typeface="Actor"/>
              <a:ea typeface="Actor"/>
              <a:cs typeface="Actor"/>
              <a:sym typeface="Actor"/>
            </a:endParaRPr>
          </a:p>
          <a:p>
            <a:pPr indent="-330200" lvl="0" marL="45720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Standardization was applied</a:t>
            </a:r>
            <a:endParaRPr sz="1600">
              <a:solidFill>
                <a:schemeClr val="dk2"/>
              </a:solidFill>
              <a:latin typeface="Actor"/>
              <a:ea typeface="Actor"/>
              <a:cs typeface="Actor"/>
              <a:sym typeface="Actor"/>
            </a:endParaRPr>
          </a:p>
          <a:p>
            <a:pPr indent="-330200" lvl="0" marL="45720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Each variable was transformed to have:</a:t>
            </a:r>
            <a:endParaRPr sz="1600">
              <a:solidFill>
                <a:schemeClr val="dk2"/>
              </a:solidFill>
              <a:latin typeface="Actor"/>
              <a:ea typeface="Actor"/>
              <a:cs typeface="Actor"/>
              <a:sym typeface="Actor"/>
            </a:endParaRPr>
          </a:p>
          <a:p>
            <a:pPr indent="-330200" lvl="1" marL="91440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Mean = 0</a:t>
            </a:r>
            <a:endParaRPr sz="1600">
              <a:solidFill>
                <a:schemeClr val="dk2"/>
              </a:solidFill>
              <a:latin typeface="Actor"/>
              <a:ea typeface="Actor"/>
              <a:cs typeface="Actor"/>
              <a:sym typeface="Actor"/>
            </a:endParaRPr>
          </a:p>
          <a:p>
            <a:pPr indent="-330200" lvl="1" marL="91440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Standard deviation = 1</a:t>
            </a:r>
            <a:endParaRPr sz="16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rPr b="1" lang="en" sz="1600">
                <a:solidFill>
                  <a:schemeClr val="dk2"/>
                </a:solidFill>
                <a:latin typeface="Actor"/>
                <a:ea typeface="Actor"/>
                <a:cs typeface="Actor"/>
                <a:sym typeface="Actor"/>
              </a:rPr>
              <a:t>This ensures that all numerical variables have equal importance.</a:t>
            </a:r>
            <a:endParaRPr b="1" sz="1600">
              <a:solidFill>
                <a:schemeClr val="dk2"/>
              </a:solidFill>
              <a:latin typeface="Actor"/>
              <a:ea typeface="Actor"/>
              <a:cs typeface="Actor"/>
              <a:sym typeface="Actor"/>
            </a:endParaRPr>
          </a:p>
          <a:p>
            <a:pPr indent="0" lvl="0" marL="0" rtl="0" algn="l">
              <a:spcBef>
                <a:spcPts val="1200"/>
              </a:spcBef>
              <a:spcAft>
                <a:spcPts val="0"/>
              </a:spcAft>
              <a:buNone/>
            </a:pPr>
            <a:r>
              <a:t/>
            </a:r>
            <a:endParaRPr sz="1200">
              <a:solidFill>
                <a:schemeClr val="dk2"/>
              </a:solidFill>
              <a:latin typeface="Actor"/>
              <a:ea typeface="Actor"/>
              <a:cs typeface="Actor"/>
              <a:sym typeface="Acto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Scaling and Encoding</a:t>
            </a:r>
            <a:endParaRPr/>
          </a:p>
        </p:txBody>
      </p:sp>
      <p:sp>
        <p:nvSpPr>
          <p:cNvPr id="592" name="Google Shape;592;p49"/>
          <p:cNvSpPr txBox="1"/>
          <p:nvPr/>
        </p:nvSpPr>
        <p:spPr>
          <a:xfrm>
            <a:off x="785125" y="1228775"/>
            <a:ext cx="7704000" cy="3914700"/>
          </a:xfrm>
          <a:prstGeom prst="rect">
            <a:avLst/>
          </a:prstGeom>
          <a:no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a:solidFill>
                  <a:schemeClr val="dk1"/>
                </a:solidFill>
                <a:latin typeface="Actor"/>
                <a:ea typeface="Actor"/>
                <a:cs typeface="Actor"/>
                <a:sym typeface="Actor"/>
              </a:rPr>
              <a:t>E</a:t>
            </a:r>
            <a:r>
              <a:rPr b="1" lang="en" sz="1600">
                <a:solidFill>
                  <a:schemeClr val="dk1"/>
                </a:solidFill>
                <a:latin typeface="Actor"/>
                <a:ea typeface="Actor"/>
                <a:cs typeface="Actor"/>
                <a:sym typeface="Actor"/>
              </a:rPr>
              <a:t>ncoding (Categorical Variables)</a:t>
            </a:r>
            <a:endParaRPr b="1" sz="1600">
              <a:solidFill>
                <a:schemeClr val="dk1"/>
              </a:solidFill>
              <a:latin typeface="Actor"/>
              <a:ea typeface="Actor"/>
              <a:cs typeface="Actor"/>
              <a:sym typeface="Actor"/>
            </a:endParaRPr>
          </a:p>
          <a:p>
            <a:pPr indent="-330200" lvl="0" marL="457200" rtl="0" algn="l">
              <a:lnSpc>
                <a:spcPct val="115000"/>
              </a:lnSpc>
              <a:spcBef>
                <a:spcPts val="1200"/>
              </a:spcBef>
              <a:spcAft>
                <a:spcPts val="0"/>
              </a:spcAft>
              <a:buSzPts val="1600"/>
              <a:buChar char="●"/>
            </a:pPr>
            <a:r>
              <a:rPr lang="en" sz="1600">
                <a:solidFill>
                  <a:schemeClr val="dk2"/>
                </a:solidFill>
                <a:latin typeface="Actor"/>
                <a:ea typeface="Actor"/>
                <a:cs typeface="Actor"/>
                <a:sym typeface="Actor"/>
              </a:rPr>
              <a:t>Machine learning methods cannot work directly with text categories</a:t>
            </a:r>
            <a:br>
              <a:rPr lang="en" sz="1600">
                <a:solidFill>
                  <a:schemeClr val="dk2"/>
                </a:solidFill>
                <a:latin typeface="Actor"/>
                <a:ea typeface="Actor"/>
                <a:cs typeface="Actor"/>
                <a:sym typeface="Actor"/>
              </a:rPr>
            </a:br>
            <a:r>
              <a:rPr lang="en" sz="1600">
                <a:solidFill>
                  <a:schemeClr val="dk2"/>
                </a:solidFill>
                <a:latin typeface="Actor"/>
                <a:ea typeface="Actor"/>
                <a:cs typeface="Actor"/>
                <a:sym typeface="Actor"/>
              </a:rPr>
              <a:t> (e.g. job, marital, education)</a:t>
            </a:r>
            <a:endParaRPr sz="1600">
              <a:solidFill>
                <a:schemeClr val="dk2"/>
              </a:solidFill>
              <a:latin typeface="Actor"/>
              <a:ea typeface="Actor"/>
              <a:cs typeface="Actor"/>
              <a:sym typeface="Actor"/>
            </a:endParaRPr>
          </a:p>
          <a:p>
            <a:pPr indent="-330200" lvl="0" marL="45720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Categories must be converted into numerical form</a:t>
            </a:r>
            <a:br>
              <a:rPr lang="en" sz="1600">
                <a:solidFill>
                  <a:schemeClr val="dk2"/>
                </a:solidFill>
                <a:latin typeface="Actor"/>
                <a:ea typeface="Actor"/>
                <a:cs typeface="Actor"/>
                <a:sym typeface="Actor"/>
              </a:rPr>
            </a:br>
            <a:endParaRPr sz="1600"/>
          </a:p>
          <a:p>
            <a:pPr indent="0" lvl="0" marL="0" rtl="0" algn="l">
              <a:lnSpc>
                <a:spcPct val="115000"/>
              </a:lnSpc>
              <a:spcBef>
                <a:spcPts val="1200"/>
              </a:spcBef>
              <a:spcAft>
                <a:spcPts val="0"/>
              </a:spcAft>
              <a:buNone/>
            </a:pPr>
            <a:r>
              <a:rPr b="1" lang="en" sz="1600">
                <a:solidFill>
                  <a:schemeClr val="dk1"/>
                </a:solidFill>
                <a:latin typeface="Actor"/>
                <a:ea typeface="Actor"/>
                <a:cs typeface="Actor"/>
                <a:sym typeface="Actor"/>
              </a:rPr>
              <a:t>Solution:</a:t>
            </a:r>
            <a:endParaRPr b="1" sz="1600"/>
          </a:p>
          <a:p>
            <a:pPr indent="-330200" lvl="0" marL="457200" marR="0" rtl="0" algn="l">
              <a:lnSpc>
                <a:spcPct val="115000"/>
              </a:lnSpc>
              <a:spcBef>
                <a:spcPts val="1200"/>
              </a:spcBef>
              <a:spcAft>
                <a:spcPts val="0"/>
              </a:spcAft>
              <a:buSzPts val="1600"/>
              <a:buChar char="●"/>
            </a:pPr>
            <a:r>
              <a:rPr lang="en" sz="1600">
                <a:solidFill>
                  <a:schemeClr val="dk2"/>
                </a:solidFill>
                <a:latin typeface="Actor"/>
                <a:ea typeface="Actor"/>
                <a:cs typeface="Actor"/>
                <a:sym typeface="Actor"/>
              </a:rPr>
              <a:t>One-Hot Encoding was used</a:t>
            </a:r>
            <a:endParaRPr sz="1600">
              <a:solidFill>
                <a:schemeClr val="dk2"/>
              </a:solidFill>
              <a:latin typeface="Actor"/>
              <a:ea typeface="Actor"/>
              <a:cs typeface="Actor"/>
              <a:sym typeface="Actor"/>
            </a:endParaRPr>
          </a:p>
          <a:p>
            <a:pPr indent="-330200" lvl="0" marL="457200" marR="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Each category becomes a binary variable (0 or 1)</a:t>
            </a:r>
            <a:br>
              <a:rPr lang="en" sz="1600">
                <a:solidFill>
                  <a:schemeClr val="dk2"/>
                </a:solidFill>
                <a:latin typeface="Actor"/>
                <a:ea typeface="Actor"/>
                <a:cs typeface="Actor"/>
                <a:sym typeface="Actor"/>
              </a:rPr>
            </a:br>
            <a:endParaRPr sz="1600">
              <a:solidFill>
                <a:schemeClr val="dk2"/>
              </a:solidFill>
              <a:latin typeface="Actor"/>
              <a:ea typeface="Actor"/>
              <a:cs typeface="Actor"/>
              <a:sym typeface="Actor"/>
            </a:endParaRPr>
          </a:p>
          <a:p>
            <a:pPr indent="0" lvl="0" marL="0" marR="0" rtl="0" algn="l">
              <a:lnSpc>
                <a:spcPct val="115000"/>
              </a:lnSpc>
              <a:spcBef>
                <a:spcPts val="1200"/>
              </a:spcBef>
              <a:spcAft>
                <a:spcPts val="0"/>
              </a:spcAft>
              <a:buNone/>
            </a:pPr>
            <a:r>
              <a:rPr b="1" lang="en" sz="1600">
                <a:solidFill>
                  <a:schemeClr val="dk2"/>
                </a:solidFill>
                <a:latin typeface="Actor"/>
                <a:ea typeface="Actor"/>
                <a:cs typeface="Actor"/>
                <a:sym typeface="Actor"/>
              </a:rPr>
              <a:t>This preserves categorical information without introducing false ordering.</a:t>
            </a:r>
            <a:endParaRPr b="1" sz="16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t/>
            </a:r>
            <a:endParaRPr b="1">
              <a:solidFill>
                <a:schemeClr val="dk1"/>
              </a:solidFill>
              <a:latin typeface="Actor"/>
              <a:ea typeface="Actor"/>
              <a:cs typeface="Actor"/>
              <a:sym typeface="Actor"/>
            </a:endParaRPr>
          </a:p>
          <a:p>
            <a:pPr indent="0" lvl="0" marL="0" rtl="0" algn="l">
              <a:spcBef>
                <a:spcPts val="1200"/>
              </a:spcBef>
              <a:spcAft>
                <a:spcPts val="0"/>
              </a:spcAft>
              <a:buNone/>
            </a:pPr>
            <a:r>
              <a:t/>
            </a:r>
            <a:endParaRPr sz="1200">
              <a:solidFill>
                <a:schemeClr val="dk2"/>
              </a:solidFill>
              <a:latin typeface="Actor"/>
              <a:ea typeface="Actor"/>
              <a:cs typeface="Actor"/>
              <a:sym typeface="Acto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Principal Component Analysis (PCA)</a:t>
            </a:r>
            <a:endParaRPr/>
          </a:p>
        </p:txBody>
      </p:sp>
      <p:sp>
        <p:nvSpPr>
          <p:cNvPr id="598" name="Google Shape;598;p50"/>
          <p:cNvSpPr txBox="1"/>
          <p:nvPr/>
        </p:nvSpPr>
        <p:spPr>
          <a:xfrm>
            <a:off x="785125" y="1228775"/>
            <a:ext cx="7704000" cy="3914700"/>
          </a:xfrm>
          <a:prstGeom prst="rect">
            <a:avLst/>
          </a:prstGeom>
          <a:no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None/>
            </a:pPr>
            <a:r>
              <a:rPr b="1" lang="en" sz="1600">
                <a:solidFill>
                  <a:schemeClr val="dk1"/>
                </a:solidFill>
                <a:latin typeface="Actor"/>
                <a:ea typeface="Actor"/>
                <a:cs typeface="Actor"/>
                <a:sym typeface="Actor"/>
              </a:rPr>
              <a:t>Why PCA?</a:t>
            </a:r>
            <a:endParaRPr b="1" sz="1600">
              <a:solidFill>
                <a:schemeClr val="dk1"/>
              </a:solidFill>
              <a:latin typeface="Actor"/>
              <a:ea typeface="Actor"/>
              <a:cs typeface="Actor"/>
              <a:sym typeface="Actor"/>
            </a:endParaRPr>
          </a:p>
          <a:p>
            <a:pPr indent="-330200" lvl="0" marL="457200" rtl="0" algn="l">
              <a:lnSpc>
                <a:spcPct val="115000"/>
              </a:lnSpc>
              <a:spcBef>
                <a:spcPts val="1200"/>
              </a:spcBef>
              <a:spcAft>
                <a:spcPts val="0"/>
              </a:spcAft>
              <a:buSzPts val="1600"/>
              <a:buChar char="●"/>
            </a:pPr>
            <a:r>
              <a:rPr lang="en" sz="1600">
                <a:solidFill>
                  <a:schemeClr val="dk2"/>
                </a:solidFill>
                <a:latin typeface="Actor"/>
                <a:ea typeface="Actor"/>
                <a:cs typeface="Actor"/>
                <a:sym typeface="Actor"/>
              </a:rPr>
              <a:t>The dataset contains many variables</a:t>
            </a:r>
            <a:br>
              <a:rPr lang="en" sz="1600">
                <a:solidFill>
                  <a:schemeClr val="dk2"/>
                </a:solidFill>
                <a:latin typeface="Actor"/>
                <a:ea typeface="Actor"/>
                <a:cs typeface="Actor"/>
                <a:sym typeface="Actor"/>
              </a:rPr>
            </a:br>
            <a:endParaRPr sz="1600">
              <a:solidFill>
                <a:schemeClr val="dk2"/>
              </a:solidFill>
              <a:latin typeface="Actor"/>
              <a:ea typeface="Actor"/>
              <a:cs typeface="Actor"/>
              <a:sym typeface="Actor"/>
            </a:endParaRPr>
          </a:p>
          <a:p>
            <a:pPr indent="-330200" lvl="0" marL="45720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PCA </a:t>
            </a:r>
            <a:r>
              <a:rPr lang="en" sz="1600">
                <a:solidFill>
                  <a:schemeClr val="dk2"/>
                </a:solidFill>
                <a:latin typeface="Actor"/>
                <a:ea typeface="Actor"/>
                <a:cs typeface="Actor"/>
                <a:sym typeface="Actor"/>
              </a:rPr>
              <a:t>reduced</a:t>
            </a:r>
            <a:r>
              <a:rPr lang="en" sz="1600">
                <a:solidFill>
                  <a:schemeClr val="dk2"/>
                </a:solidFill>
                <a:latin typeface="Actor"/>
                <a:ea typeface="Actor"/>
                <a:cs typeface="Actor"/>
                <a:sym typeface="Actor"/>
              </a:rPr>
              <a:t> dimensionality while preserving information</a:t>
            </a:r>
            <a:endParaRPr sz="1600"/>
          </a:p>
          <a:p>
            <a:pPr indent="0" lvl="0" marL="0" rtl="0" algn="l">
              <a:lnSpc>
                <a:spcPct val="115000"/>
              </a:lnSpc>
              <a:spcBef>
                <a:spcPts val="1400"/>
              </a:spcBef>
              <a:spcAft>
                <a:spcPts val="0"/>
              </a:spcAft>
              <a:buNone/>
            </a:pPr>
            <a:r>
              <a:rPr b="1" lang="en" sz="1600">
                <a:solidFill>
                  <a:schemeClr val="dk1"/>
                </a:solidFill>
                <a:latin typeface="Actor"/>
                <a:ea typeface="Actor"/>
                <a:cs typeface="Actor"/>
                <a:sym typeface="Actor"/>
              </a:rPr>
              <a:t>What PCA Does</a:t>
            </a:r>
            <a:endParaRPr b="1" sz="1600">
              <a:solidFill>
                <a:schemeClr val="dk1"/>
              </a:solidFill>
              <a:latin typeface="Actor"/>
              <a:ea typeface="Actor"/>
              <a:cs typeface="Actor"/>
              <a:sym typeface="Actor"/>
            </a:endParaRPr>
          </a:p>
          <a:p>
            <a:pPr indent="-330200" lvl="0" marL="457200" marR="0" rtl="0" algn="l">
              <a:lnSpc>
                <a:spcPct val="115000"/>
              </a:lnSpc>
              <a:spcBef>
                <a:spcPts val="1200"/>
              </a:spcBef>
              <a:spcAft>
                <a:spcPts val="0"/>
              </a:spcAft>
              <a:buSzPts val="1600"/>
              <a:buChar char="●"/>
            </a:pPr>
            <a:r>
              <a:rPr lang="en" sz="1600">
                <a:solidFill>
                  <a:schemeClr val="dk2"/>
                </a:solidFill>
                <a:latin typeface="Actor"/>
                <a:ea typeface="Actor"/>
                <a:cs typeface="Actor"/>
                <a:sym typeface="Actor"/>
              </a:rPr>
              <a:t>Transforms original variables into new uncorrelated components</a:t>
            </a:r>
            <a:br>
              <a:rPr lang="en" sz="1600">
                <a:solidFill>
                  <a:schemeClr val="dk2"/>
                </a:solidFill>
                <a:latin typeface="Actor"/>
                <a:ea typeface="Actor"/>
                <a:cs typeface="Actor"/>
                <a:sym typeface="Actor"/>
              </a:rPr>
            </a:br>
            <a:endParaRPr sz="1600">
              <a:solidFill>
                <a:schemeClr val="dk2"/>
              </a:solidFill>
              <a:latin typeface="Actor"/>
              <a:ea typeface="Actor"/>
              <a:cs typeface="Actor"/>
              <a:sym typeface="Actor"/>
            </a:endParaRPr>
          </a:p>
          <a:p>
            <a:pPr indent="-330200" lvl="0" marL="457200" marR="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Each component explains a portion of the total variance</a:t>
            </a:r>
            <a:endParaRPr sz="1600">
              <a:solidFill>
                <a:schemeClr val="dk2"/>
              </a:solidFill>
              <a:latin typeface="Actor"/>
              <a:ea typeface="Actor"/>
              <a:cs typeface="Actor"/>
              <a:sym typeface="Actor"/>
            </a:endParaRPr>
          </a:p>
          <a:p>
            <a:pPr indent="0" lvl="0" marL="0" marR="0" rtl="0" algn="l">
              <a:lnSpc>
                <a:spcPct val="115000"/>
              </a:lnSpc>
              <a:spcBef>
                <a:spcPts val="1200"/>
              </a:spcBef>
              <a:spcAft>
                <a:spcPts val="0"/>
              </a:spcAft>
              <a:buNone/>
            </a:pPr>
            <a:r>
              <a:rPr b="1" i="1" lang="en" sz="1600">
                <a:solidFill>
                  <a:schemeClr val="dk2"/>
                </a:solidFill>
                <a:latin typeface="Actor"/>
                <a:ea typeface="Actor"/>
                <a:cs typeface="Actor"/>
                <a:sym typeface="Actor"/>
              </a:rPr>
              <a:t>PCA simplifies the dataset without significant information loss.</a:t>
            </a:r>
            <a:endParaRPr b="1" i="1" sz="1600">
              <a:solidFill>
                <a:schemeClr val="dk2"/>
              </a:solidFill>
              <a:latin typeface="Actor"/>
              <a:ea typeface="Actor"/>
              <a:cs typeface="Actor"/>
              <a:sym typeface="Actor"/>
            </a:endParaRPr>
          </a:p>
          <a:p>
            <a:pPr indent="0" lvl="0" marL="0" marR="0" rtl="0" algn="l">
              <a:lnSpc>
                <a:spcPct val="115000"/>
              </a:lnSpc>
              <a:spcBef>
                <a:spcPts val="1200"/>
              </a:spcBef>
              <a:spcAft>
                <a:spcPts val="0"/>
              </a:spcAft>
              <a:buNone/>
            </a:pPr>
            <a:r>
              <a:rPr b="1" i="1" lang="en" sz="1600">
                <a:solidFill>
                  <a:schemeClr val="dk2"/>
                </a:solidFill>
                <a:latin typeface="Actor"/>
                <a:ea typeface="Actor"/>
                <a:cs typeface="Actor"/>
                <a:sym typeface="Actor"/>
              </a:rPr>
              <a:t>PCA helps summarize complex data into a few meaningful components.</a:t>
            </a:r>
            <a:endParaRPr b="1" i="1" sz="16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t/>
            </a:r>
            <a:endParaRPr b="1">
              <a:solidFill>
                <a:schemeClr val="dk1"/>
              </a:solidFill>
              <a:latin typeface="Actor"/>
              <a:ea typeface="Actor"/>
              <a:cs typeface="Actor"/>
              <a:sym typeface="Actor"/>
            </a:endParaRPr>
          </a:p>
          <a:p>
            <a:pPr indent="0" lvl="0" marL="0" rtl="0" algn="l">
              <a:spcBef>
                <a:spcPts val="1200"/>
              </a:spcBef>
              <a:spcAft>
                <a:spcPts val="0"/>
              </a:spcAft>
              <a:buNone/>
            </a:pPr>
            <a:r>
              <a:t/>
            </a:r>
            <a:endParaRPr sz="1200">
              <a:solidFill>
                <a:schemeClr val="dk2"/>
              </a:solidFill>
              <a:latin typeface="Actor"/>
              <a:ea typeface="Actor"/>
              <a:cs typeface="Actor"/>
              <a:sym typeface="Acto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Number of Principal Components</a:t>
            </a:r>
            <a:endParaRPr/>
          </a:p>
        </p:txBody>
      </p:sp>
      <p:sp>
        <p:nvSpPr>
          <p:cNvPr id="604" name="Google Shape;604;p51"/>
          <p:cNvSpPr txBox="1"/>
          <p:nvPr/>
        </p:nvSpPr>
        <p:spPr>
          <a:xfrm>
            <a:off x="785125" y="1228775"/>
            <a:ext cx="2892600" cy="39147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600">
                <a:solidFill>
                  <a:schemeClr val="dk2"/>
                </a:solidFill>
                <a:latin typeface="Actor"/>
                <a:ea typeface="Actor"/>
                <a:cs typeface="Actor"/>
                <a:sym typeface="Actor"/>
              </a:rPr>
              <a:t>Number of components explaining ≥ 80% variance: K= 28</a:t>
            </a:r>
            <a:endParaRPr sz="1600">
              <a:solidFill>
                <a:schemeClr val="dk2"/>
              </a:solidFill>
              <a:latin typeface="Actor"/>
              <a:ea typeface="Actor"/>
              <a:cs typeface="Actor"/>
              <a:sym typeface="Actor"/>
            </a:endParaRPr>
          </a:p>
          <a:p>
            <a:pPr indent="0" lvl="0" marL="45720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br>
              <a:rPr lang="en" sz="1200">
                <a:solidFill>
                  <a:schemeClr val="dk2"/>
                </a:solidFill>
                <a:latin typeface="Actor"/>
                <a:ea typeface="Actor"/>
                <a:cs typeface="Actor"/>
                <a:sym typeface="Actor"/>
              </a:rPr>
            </a:br>
            <a:endParaRPr sz="1100"/>
          </a:p>
          <a:p>
            <a:pPr indent="0" lvl="0" marL="0" marR="0" rtl="0" algn="l">
              <a:lnSpc>
                <a:spcPct val="115000"/>
              </a:lnSpc>
              <a:spcBef>
                <a:spcPts val="1200"/>
              </a:spcBef>
              <a:spcAft>
                <a:spcPts val="0"/>
              </a:spcAft>
              <a:buNone/>
            </a:pPr>
            <a:r>
              <a:t/>
            </a:r>
            <a:endParaRPr b="1" i="1" sz="12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t/>
            </a:r>
            <a:endParaRPr b="1">
              <a:solidFill>
                <a:schemeClr val="dk1"/>
              </a:solidFill>
              <a:latin typeface="Actor"/>
              <a:ea typeface="Actor"/>
              <a:cs typeface="Actor"/>
              <a:sym typeface="Actor"/>
            </a:endParaRPr>
          </a:p>
          <a:p>
            <a:pPr indent="0" lvl="0" marL="0" rtl="0" algn="l">
              <a:spcBef>
                <a:spcPts val="1200"/>
              </a:spcBef>
              <a:spcAft>
                <a:spcPts val="0"/>
              </a:spcAft>
              <a:buNone/>
            </a:pPr>
            <a:r>
              <a:t/>
            </a:r>
            <a:endParaRPr sz="1200">
              <a:solidFill>
                <a:schemeClr val="dk2"/>
              </a:solidFill>
              <a:latin typeface="Actor"/>
              <a:ea typeface="Actor"/>
              <a:cs typeface="Actor"/>
              <a:sym typeface="Actor"/>
            </a:endParaRPr>
          </a:p>
        </p:txBody>
      </p:sp>
      <p:pic>
        <p:nvPicPr>
          <p:cNvPr id="605" name="Google Shape;605;p51"/>
          <p:cNvPicPr preferRelativeResize="0"/>
          <p:nvPr/>
        </p:nvPicPr>
        <p:blipFill>
          <a:blip r:embed="rId3">
            <a:alphaModFix/>
          </a:blip>
          <a:stretch>
            <a:fillRect/>
          </a:stretch>
        </p:blipFill>
        <p:spPr>
          <a:xfrm>
            <a:off x="3830125" y="1228775"/>
            <a:ext cx="4761526" cy="37623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PCA Interpretation (Components Meaning)</a:t>
            </a:r>
            <a:endParaRPr/>
          </a:p>
        </p:txBody>
      </p:sp>
      <p:sp>
        <p:nvSpPr>
          <p:cNvPr id="611" name="Google Shape;611;p52"/>
          <p:cNvSpPr txBox="1"/>
          <p:nvPr>
            <p:ph idx="1" type="subTitle"/>
          </p:nvPr>
        </p:nvSpPr>
        <p:spPr>
          <a:xfrm>
            <a:off x="714950" y="1502275"/>
            <a:ext cx="2165400" cy="75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Principal Component 1 (PC1)</a:t>
            </a:r>
            <a:endParaRPr sz="1800"/>
          </a:p>
        </p:txBody>
      </p:sp>
      <p:sp>
        <p:nvSpPr>
          <p:cNvPr id="612" name="Google Shape;612;p52"/>
          <p:cNvSpPr txBox="1"/>
          <p:nvPr>
            <p:ph idx="2" type="subTitle"/>
          </p:nvPr>
        </p:nvSpPr>
        <p:spPr>
          <a:xfrm>
            <a:off x="5588425" y="1502275"/>
            <a:ext cx="2159700" cy="75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Principal Component 2 (PC2)</a:t>
            </a:r>
            <a:endParaRPr sz="1800"/>
          </a:p>
        </p:txBody>
      </p:sp>
      <p:sp>
        <p:nvSpPr>
          <p:cNvPr id="613" name="Google Shape;613;p52"/>
          <p:cNvSpPr txBox="1"/>
          <p:nvPr>
            <p:ph idx="4294967295" type="subTitle"/>
          </p:nvPr>
        </p:nvSpPr>
        <p:spPr>
          <a:xfrm>
            <a:off x="714950" y="2302350"/>
            <a:ext cx="2165400" cy="197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Represents overall client engagement and financial behavior</a:t>
            </a:r>
            <a:br>
              <a:rPr lang="en" sz="1600"/>
            </a:br>
            <a:endParaRPr sz="1600"/>
          </a:p>
          <a:p>
            <a:pPr indent="0" lvl="0" marL="0" rtl="0" algn="l">
              <a:spcBef>
                <a:spcPts val="0"/>
              </a:spcBef>
              <a:spcAft>
                <a:spcPts val="0"/>
              </a:spcAft>
              <a:buNone/>
            </a:pPr>
            <a:r>
              <a:rPr lang="en" sz="1600"/>
              <a:t>Strongly influenced by:</a:t>
            </a:r>
            <a:endParaRPr sz="1600"/>
          </a:p>
          <a:p>
            <a:pPr indent="-330200" lvl="0" marL="457200" rtl="0" algn="l">
              <a:lnSpc>
                <a:spcPct val="115000"/>
              </a:lnSpc>
              <a:spcBef>
                <a:spcPts val="1200"/>
              </a:spcBef>
              <a:spcAft>
                <a:spcPts val="0"/>
              </a:spcAft>
              <a:buClr>
                <a:srgbClr val="000000"/>
              </a:buClr>
              <a:buSzPts val="1600"/>
              <a:buFont typeface="Arial"/>
              <a:buChar char="●"/>
            </a:pPr>
            <a:r>
              <a:rPr lang="en" sz="1600"/>
              <a:t>duration</a:t>
            </a:r>
            <a:endParaRPr sz="1600"/>
          </a:p>
          <a:p>
            <a:pPr indent="-330200" lvl="0" marL="457200" rtl="0" algn="l">
              <a:lnSpc>
                <a:spcPct val="115000"/>
              </a:lnSpc>
              <a:spcBef>
                <a:spcPts val="0"/>
              </a:spcBef>
              <a:spcAft>
                <a:spcPts val="0"/>
              </a:spcAft>
              <a:buClr>
                <a:srgbClr val="000000"/>
              </a:buClr>
              <a:buSzPts val="1600"/>
              <a:buFont typeface="Arial"/>
              <a:buChar char="●"/>
            </a:pPr>
            <a:r>
              <a:rPr lang="en" sz="1600"/>
              <a:t>balance</a:t>
            </a:r>
            <a:endParaRPr sz="1600"/>
          </a:p>
          <a:p>
            <a:pPr indent="-330200" lvl="0" marL="457200" rtl="0" algn="l">
              <a:lnSpc>
                <a:spcPct val="115000"/>
              </a:lnSpc>
              <a:spcBef>
                <a:spcPts val="0"/>
              </a:spcBef>
              <a:spcAft>
                <a:spcPts val="0"/>
              </a:spcAft>
              <a:buClr>
                <a:srgbClr val="000000"/>
              </a:buClr>
              <a:buSzPts val="1600"/>
              <a:buFont typeface="Arial"/>
              <a:buChar char="●"/>
            </a:pPr>
            <a:r>
              <a:rPr lang="en" sz="1600"/>
              <a:t>campaign</a:t>
            </a:r>
            <a:endParaRPr sz="1600"/>
          </a:p>
          <a:p>
            <a:pPr indent="0" lvl="0" marL="0" rtl="0" algn="l">
              <a:spcBef>
                <a:spcPts val="1200"/>
              </a:spcBef>
              <a:spcAft>
                <a:spcPts val="0"/>
              </a:spcAft>
              <a:buNone/>
            </a:pPr>
            <a:r>
              <a:t/>
            </a:r>
            <a:endParaRPr sz="1600"/>
          </a:p>
        </p:txBody>
      </p:sp>
      <p:sp>
        <p:nvSpPr>
          <p:cNvPr id="614" name="Google Shape;614;p52"/>
          <p:cNvSpPr txBox="1"/>
          <p:nvPr>
            <p:ph idx="4294967295" type="subTitle"/>
          </p:nvPr>
        </p:nvSpPr>
        <p:spPr>
          <a:xfrm>
            <a:off x="5588425" y="2253475"/>
            <a:ext cx="2159700" cy="197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Represents previous marketing interaction</a:t>
            </a:r>
            <a:br>
              <a:rPr lang="en" sz="1600"/>
            </a:br>
            <a:endParaRPr sz="1600"/>
          </a:p>
          <a:p>
            <a:pPr indent="0" lvl="0" marL="0" rtl="0" algn="l">
              <a:spcBef>
                <a:spcPts val="0"/>
              </a:spcBef>
              <a:spcAft>
                <a:spcPts val="0"/>
              </a:spcAft>
              <a:buNone/>
            </a:pPr>
            <a:r>
              <a:rPr lang="en" sz="1600"/>
              <a:t>Influenced by:</a:t>
            </a:r>
            <a:endParaRPr sz="1600"/>
          </a:p>
          <a:p>
            <a:pPr indent="-323850" lvl="0" marL="457200" rtl="0" algn="l">
              <a:lnSpc>
                <a:spcPct val="115000"/>
              </a:lnSpc>
              <a:spcBef>
                <a:spcPts val="1200"/>
              </a:spcBef>
              <a:spcAft>
                <a:spcPts val="0"/>
              </a:spcAft>
              <a:buClr>
                <a:srgbClr val="000000"/>
              </a:buClr>
              <a:buSzPts val="1500"/>
              <a:buFont typeface="Arial"/>
              <a:buChar char="●"/>
            </a:pPr>
            <a:r>
              <a:rPr lang="en" sz="1600"/>
              <a:t>pdays</a:t>
            </a:r>
            <a:endParaRPr sz="1600"/>
          </a:p>
          <a:p>
            <a:pPr indent="-323850" lvl="0" marL="457200" rtl="0" algn="l">
              <a:lnSpc>
                <a:spcPct val="115000"/>
              </a:lnSpc>
              <a:spcBef>
                <a:spcPts val="0"/>
              </a:spcBef>
              <a:spcAft>
                <a:spcPts val="0"/>
              </a:spcAft>
              <a:buClr>
                <a:srgbClr val="000000"/>
              </a:buClr>
              <a:buSzPts val="1500"/>
              <a:buFont typeface="Arial"/>
              <a:buChar char="●"/>
            </a:pPr>
            <a:r>
              <a:rPr lang="en" sz="1600"/>
              <a:t>previous</a:t>
            </a:r>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PCA Interpretation (Components Meaning)</a:t>
            </a:r>
            <a:endParaRPr/>
          </a:p>
        </p:txBody>
      </p:sp>
      <p:pic>
        <p:nvPicPr>
          <p:cNvPr id="620" name="Google Shape;620;p53"/>
          <p:cNvPicPr preferRelativeResize="0"/>
          <p:nvPr/>
        </p:nvPicPr>
        <p:blipFill>
          <a:blip r:embed="rId3">
            <a:alphaModFix/>
          </a:blip>
          <a:stretch>
            <a:fillRect/>
          </a:stretch>
        </p:blipFill>
        <p:spPr>
          <a:xfrm>
            <a:off x="720000" y="1170125"/>
            <a:ext cx="7136400" cy="38209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Clustering: Why and How?</a:t>
            </a:r>
            <a:endParaRPr/>
          </a:p>
        </p:txBody>
      </p:sp>
      <p:sp>
        <p:nvSpPr>
          <p:cNvPr id="626" name="Google Shape;626;p54"/>
          <p:cNvSpPr txBox="1"/>
          <p:nvPr/>
        </p:nvSpPr>
        <p:spPr>
          <a:xfrm>
            <a:off x="785125" y="1228775"/>
            <a:ext cx="7704000" cy="3914700"/>
          </a:xfrm>
          <a:prstGeom prst="rect">
            <a:avLst/>
          </a:prstGeom>
          <a:no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600">
                <a:solidFill>
                  <a:schemeClr val="dk1"/>
                </a:solidFill>
                <a:latin typeface="Actor"/>
                <a:ea typeface="Actor"/>
                <a:cs typeface="Actor"/>
                <a:sym typeface="Actor"/>
              </a:rPr>
              <a:t>Why Clustering?</a:t>
            </a:r>
            <a:endParaRPr b="1" sz="1600">
              <a:solidFill>
                <a:schemeClr val="dk1"/>
              </a:solidFill>
              <a:latin typeface="Actor"/>
              <a:ea typeface="Actor"/>
              <a:cs typeface="Actor"/>
              <a:sym typeface="Actor"/>
            </a:endParaRPr>
          </a:p>
          <a:p>
            <a:pPr indent="0" lvl="0" marL="0" rtl="0" algn="l">
              <a:lnSpc>
                <a:spcPct val="115000"/>
              </a:lnSpc>
              <a:spcBef>
                <a:spcPts val="1200"/>
              </a:spcBef>
              <a:spcAft>
                <a:spcPts val="0"/>
              </a:spcAft>
              <a:buNone/>
            </a:pPr>
            <a:r>
              <a:rPr b="1" lang="en" sz="1600">
                <a:solidFill>
                  <a:schemeClr val="dk2"/>
                </a:solidFill>
                <a:latin typeface="Actor"/>
                <a:ea typeface="Actor"/>
                <a:cs typeface="Actor"/>
                <a:sym typeface="Actor"/>
              </a:rPr>
              <a:t>Clustering is an unsupervised method that groups observations into clusters with no prior labels</a:t>
            </a:r>
            <a:endParaRPr b="1" sz="1600">
              <a:solidFill>
                <a:schemeClr val="dk1"/>
              </a:solidFill>
              <a:latin typeface="Actor"/>
              <a:ea typeface="Actor"/>
              <a:cs typeface="Actor"/>
              <a:sym typeface="Actor"/>
            </a:endParaRPr>
          </a:p>
          <a:p>
            <a:pPr indent="-330200" lvl="0" marL="457200" rtl="0" algn="l">
              <a:lnSpc>
                <a:spcPct val="115000"/>
              </a:lnSpc>
              <a:spcBef>
                <a:spcPts val="1200"/>
              </a:spcBef>
              <a:spcAft>
                <a:spcPts val="0"/>
              </a:spcAft>
              <a:buSzPts val="1600"/>
              <a:buChar char="●"/>
            </a:pPr>
            <a:r>
              <a:rPr lang="en" sz="1600">
                <a:solidFill>
                  <a:schemeClr val="dk2"/>
                </a:solidFill>
                <a:latin typeface="Actor"/>
                <a:ea typeface="Actor"/>
                <a:cs typeface="Actor"/>
                <a:sym typeface="Actor"/>
              </a:rPr>
              <a:t>To group similar observations together</a:t>
            </a:r>
            <a:endParaRPr sz="1600">
              <a:solidFill>
                <a:schemeClr val="dk2"/>
              </a:solidFill>
              <a:latin typeface="Actor"/>
              <a:ea typeface="Actor"/>
              <a:cs typeface="Actor"/>
              <a:sym typeface="Actor"/>
            </a:endParaRPr>
          </a:p>
          <a:p>
            <a:pPr indent="-330200" lvl="0" marL="457200" rtl="0" algn="l">
              <a:lnSpc>
                <a:spcPct val="115000"/>
              </a:lnSpc>
              <a:spcBef>
                <a:spcPts val="0"/>
              </a:spcBef>
              <a:spcAft>
                <a:spcPts val="0"/>
              </a:spcAft>
              <a:buSzPts val="1600"/>
              <a:buChar char="●"/>
            </a:pPr>
            <a:r>
              <a:rPr lang="en" sz="1600">
                <a:solidFill>
                  <a:schemeClr val="dk2"/>
                </a:solidFill>
                <a:latin typeface="Actor"/>
                <a:ea typeface="Actor"/>
                <a:cs typeface="Actor"/>
                <a:sym typeface="Actor"/>
              </a:rPr>
              <a:t>To identify different client profiles</a:t>
            </a:r>
            <a:endParaRPr sz="1600"/>
          </a:p>
          <a:p>
            <a:pPr indent="0" lvl="0" marL="0" rtl="0" algn="l">
              <a:lnSpc>
                <a:spcPct val="115000"/>
              </a:lnSpc>
              <a:spcBef>
                <a:spcPts val="1400"/>
              </a:spcBef>
              <a:spcAft>
                <a:spcPts val="0"/>
              </a:spcAft>
              <a:buNone/>
            </a:pPr>
            <a:r>
              <a:rPr b="1" lang="en" sz="1600">
                <a:solidFill>
                  <a:schemeClr val="dk1"/>
                </a:solidFill>
                <a:latin typeface="Actor"/>
                <a:ea typeface="Actor"/>
                <a:cs typeface="Actor"/>
                <a:sym typeface="Actor"/>
              </a:rPr>
              <a:t>Algorithm Used:</a:t>
            </a:r>
            <a:endParaRPr b="1" sz="1600"/>
          </a:p>
          <a:p>
            <a:pPr indent="-298450" lvl="0" marL="457200" rtl="0" algn="l">
              <a:lnSpc>
                <a:spcPct val="115000"/>
              </a:lnSpc>
              <a:spcBef>
                <a:spcPts val="1200"/>
              </a:spcBef>
              <a:spcAft>
                <a:spcPts val="0"/>
              </a:spcAft>
              <a:buSzPts val="1100"/>
              <a:buChar char="●"/>
            </a:pPr>
            <a:r>
              <a:rPr lang="en" sz="1600">
                <a:solidFill>
                  <a:schemeClr val="dk2"/>
                </a:solidFill>
                <a:latin typeface="Actor"/>
                <a:ea typeface="Actor"/>
                <a:cs typeface="Actor"/>
                <a:sym typeface="Actor"/>
              </a:rPr>
              <a:t>K-Means clustering: K-means is an unsupervised clustering algorithm that groups data into K clusters by minimizing the distance between data points and their cluster centroids(center point of a cluster, calculated as the average position of all data points in that cluster)</a:t>
            </a:r>
            <a:br>
              <a:rPr lang="en" sz="1600">
                <a:solidFill>
                  <a:schemeClr val="dk2"/>
                </a:solidFill>
                <a:latin typeface="Actor"/>
                <a:ea typeface="Actor"/>
                <a:cs typeface="Actor"/>
                <a:sym typeface="Actor"/>
              </a:rPr>
            </a:br>
            <a:br>
              <a:rPr lang="en" sz="1200">
                <a:solidFill>
                  <a:schemeClr val="dk2"/>
                </a:solidFill>
                <a:latin typeface="Actor"/>
                <a:ea typeface="Actor"/>
                <a:cs typeface="Actor"/>
                <a:sym typeface="Actor"/>
              </a:rPr>
            </a:br>
            <a:endParaRPr sz="12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t/>
            </a:r>
            <a:endParaRPr b="1">
              <a:solidFill>
                <a:schemeClr val="dk1"/>
              </a:solidFill>
              <a:latin typeface="Actor"/>
              <a:ea typeface="Actor"/>
              <a:cs typeface="Actor"/>
              <a:sym typeface="Actor"/>
            </a:endParaRPr>
          </a:p>
          <a:p>
            <a:pPr indent="0" lvl="0" marL="0" rtl="0" algn="l">
              <a:spcBef>
                <a:spcPts val="1200"/>
              </a:spcBef>
              <a:spcAft>
                <a:spcPts val="0"/>
              </a:spcAft>
              <a:buNone/>
            </a:pPr>
            <a:r>
              <a:t/>
            </a:r>
            <a:endParaRPr sz="1200">
              <a:solidFill>
                <a:schemeClr val="dk2"/>
              </a:solidFill>
              <a:latin typeface="Actor"/>
              <a:ea typeface="Actor"/>
              <a:cs typeface="Actor"/>
              <a:sym typeface="Acto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the Number of Clusters</a:t>
            </a:r>
            <a:endParaRPr/>
          </a:p>
        </p:txBody>
      </p:sp>
      <p:sp>
        <p:nvSpPr>
          <p:cNvPr id="632" name="Google Shape;632;p55"/>
          <p:cNvSpPr txBox="1"/>
          <p:nvPr/>
        </p:nvSpPr>
        <p:spPr>
          <a:xfrm>
            <a:off x="785125" y="1228775"/>
            <a:ext cx="4567200" cy="3756000"/>
          </a:xfrm>
          <a:prstGeom prst="rect">
            <a:avLst/>
          </a:prstGeom>
          <a:no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None/>
            </a:pPr>
            <a:r>
              <a:rPr b="1" lang="en" sz="1600">
                <a:solidFill>
                  <a:schemeClr val="dk1"/>
                </a:solidFill>
                <a:latin typeface="Actor"/>
                <a:ea typeface="Actor"/>
                <a:cs typeface="Actor"/>
                <a:sym typeface="Actor"/>
              </a:rPr>
              <a:t>Elbow Method</a:t>
            </a:r>
            <a:endParaRPr b="1" sz="1600">
              <a:solidFill>
                <a:schemeClr val="dk1"/>
              </a:solidFill>
              <a:latin typeface="Actor"/>
              <a:ea typeface="Actor"/>
              <a:cs typeface="Actor"/>
              <a:sym typeface="Actor"/>
            </a:endParaRPr>
          </a:p>
          <a:p>
            <a:pPr indent="0" lvl="0" marL="0" rtl="0" algn="l">
              <a:lnSpc>
                <a:spcPct val="115000"/>
              </a:lnSpc>
              <a:spcBef>
                <a:spcPts val="1200"/>
              </a:spcBef>
              <a:spcAft>
                <a:spcPts val="0"/>
              </a:spcAft>
              <a:buNone/>
            </a:pPr>
            <a:r>
              <a:rPr lang="en" sz="1600">
                <a:solidFill>
                  <a:schemeClr val="dk2"/>
                </a:solidFill>
                <a:latin typeface="Actor"/>
                <a:ea typeface="Actor"/>
                <a:cs typeface="Actor"/>
                <a:sym typeface="Actor"/>
              </a:rPr>
              <a:t>Used to find the best number of clusters (K) in clustering (like K-means).</a:t>
            </a:r>
            <a:endParaRPr sz="16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rPr lang="en" sz="1600">
                <a:solidFill>
                  <a:schemeClr val="dk2"/>
                </a:solidFill>
                <a:latin typeface="Actor"/>
                <a:ea typeface="Actor"/>
                <a:cs typeface="Actor"/>
                <a:sym typeface="Actor"/>
              </a:rPr>
              <a:t>Idea:</a:t>
            </a:r>
            <a:endParaRPr sz="1600">
              <a:solidFill>
                <a:schemeClr val="dk2"/>
              </a:solidFill>
              <a:latin typeface="Actor"/>
              <a:ea typeface="Actor"/>
              <a:cs typeface="Actor"/>
              <a:sym typeface="Actor"/>
            </a:endParaRPr>
          </a:p>
          <a:p>
            <a:pPr indent="-330200" lvl="0" marL="457200" rtl="0" algn="l">
              <a:lnSpc>
                <a:spcPct val="115000"/>
              </a:lnSpc>
              <a:spcBef>
                <a:spcPts val="1200"/>
              </a:spcBef>
              <a:spcAft>
                <a:spcPts val="0"/>
              </a:spcAft>
              <a:buClr>
                <a:schemeClr val="dk2"/>
              </a:buClr>
              <a:buSzPts val="1600"/>
              <a:buFont typeface="Actor"/>
              <a:buChar char="●"/>
            </a:pPr>
            <a:r>
              <a:rPr lang="en" sz="1600">
                <a:solidFill>
                  <a:schemeClr val="dk2"/>
                </a:solidFill>
                <a:latin typeface="Actor"/>
                <a:ea typeface="Actor"/>
                <a:cs typeface="Actor"/>
                <a:sym typeface="Actor"/>
              </a:rPr>
              <a:t>Run clustering with different K values.</a:t>
            </a:r>
            <a:endParaRPr sz="1600">
              <a:solidFill>
                <a:schemeClr val="dk2"/>
              </a:solidFill>
              <a:latin typeface="Actor"/>
              <a:ea typeface="Actor"/>
              <a:cs typeface="Actor"/>
              <a:sym typeface="Actor"/>
            </a:endParaRPr>
          </a:p>
          <a:p>
            <a:pPr indent="-330200" lvl="0" marL="457200" rtl="0" algn="l">
              <a:lnSpc>
                <a:spcPct val="115000"/>
              </a:lnSpc>
              <a:spcBef>
                <a:spcPts val="0"/>
              </a:spcBef>
              <a:spcAft>
                <a:spcPts val="0"/>
              </a:spcAft>
              <a:buClr>
                <a:schemeClr val="dk2"/>
              </a:buClr>
              <a:buSzPts val="1600"/>
              <a:buFont typeface="Actor"/>
              <a:buChar char="●"/>
            </a:pPr>
            <a:r>
              <a:rPr lang="en" sz="1600">
                <a:solidFill>
                  <a:schemeClr val="dk2"/>
                </a:solidFill>
                <a:latin typeface="Actor"/>
                <a:ea typeface="Actor"/>
                <a:cs typeface="Actor"/>
                <a:sym typeface="Actor"/>
              </a:rPr>
              <a:t>Plot K vs inertia.</a:t>
            </a:r>
            <a:endParaRPr sz="1600">
              <a:solidFill>
                <a:schemeClr val="dk2"/>
              </a:solidFill>
              <a:latin typeface="Actor"/>
              <a:ea typeface="Actor"/>
              <a:cs typeface="Actor"/>
              <a:sym typeface="Actor"/>
            </a:endParaRPr>
          </a:p>
          <a:p>
            <a:pPr indent="-330200" lvl="0" marL="457200" rtl="0" algn="l">
              <a:lnSpc>
                <a:spcPct val="115000"/>
              </a:lnSpc>
              <a:spcBef>
                <a:spcPts val="0"/>
              </a:spcBef>
              <a:spcAft>
                <a:spcPts val="0"/>
              </a:spcAft>
              <a:buClr>
                <a:schemeClr val="dk2"/>
              </a:buClr>
              <a:buSzPts val="1600"/>
              <a:buFont typeface="Actor"/>
              <a:buChar char="●"/>
            </a:pPr>
            <a:r>
              <a:rPr lang="en" sz="1600">
                <a:solidFill>
                  <a:schemeClr val="dk2"/>
                </a:solidFill>
                <a:latin typeface="Actor"/>
                <a:ea typeface="Actor"/>
                <a:cs typeface="Actor"/>
                <a:sym typeface="Actor"/>
              </a:rPr>
              <a:t>Look for the point where improvement suddenly slows → looks like an elbow.</a:t>
            </a:r>
            <a:endParaRPr sz="16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rPr b="1" lang="en" sz="1600">
                <a:solidFill>
                  <a:schemeClr val="dk2"/>
                </a:solidFill>
                <a:latin typeface="Actor"/>
                <a:ea typeface="Actor"/>
                <a:cs typeface="Actor"/>
                <a:sym typeface="Actor"/>
              </a:rPr>
              <a:t>We notice that from 5, the curve starts to go down slowly (like elbow), which means that the best choice from this graph is 5 clusters.</a:t>
            </a:r>
            <a:endParaRPr b="1" sz="1600">
              <a:solidFill>
                <a:schemeClr val="dk2"/>
              </a:solidFill>
              <a:latin typeface="Actor"/>
              <a:ea typeface="Actor"/>
              <a:cs typeface="Actor"/>
              <a:sym typeface="Actor"/>
            </a:endParaRPr>
          </a:p>
          <a:p>
            <a:pPr indent="0" lvl="0" marL="0" rtl="0" algn="l">
              <a:lnSpc>
                <a:spcPct val="115000"/>
              </a:lnSpc>
              <a:spcBef>
                <a:spcPts val="1200"/>
              </a:spcBef>
              <a:spcAft>
                <a:spcPts val="0"/>
              </a:spcAft>
              <a:buNone/>
            </a:pPr>
            <a:r>
              <a:t/>
            </a:r>
            <a:endParaRPr b="1">
              <a:solidFill>
                <a:schemeClr val="dk1"/>
              </a:solidFill>
              <a:latin typeface="Actor"/>
              <a:ea typeface="Actor"/>
              <a:cs typeface="Actor"/>
              <a:sym typeface="Actor"/>
            </a:endParaRPr>
          </a:p>
          <a:p>
            <a:pPr indent="0" lvl="0" marL="0" rtl="0" algn="l">
              <a:spcBef>
                <a:spcPts val="1200"/>
              </a:spcBef>
              <a:spcAft>
                <a:spcPts val="0"/>
              </a:spcAft>
              <a:buNone/>
            </a:pPr>
            <a:r>
              <a:t/>
            </a:r>
            <a:endParaRPr>
              <a:solidFill>
                <a:schemeClr val="dk2"/>
              </a:solidFill>
              <a:latin typeface="Actor"/>
              <a:ea typeface="Actor"/>
              <a:cs typeface="Actor"/>
              <a:sym typeface="Actor"/>
            </a:endParaRPr>
          </a:p>
        </p:txBody>
      </p:sp>
      <p:pic>
        <p:nvPicPr>
          <p:cNvPr id="633" name="Google Shape;633;p55"/>
          <p:cNvPicPr preferRelativeResize="0"/>
          <p:nvPr/>
        </p:nvPicPr>
        <p:blipFill>
          <a:blip r:embed="rId3">
            <a:alphaModFix/>
          </a:blip>
          <a:stretch>
            <a:fillRect/>
          </a:stretch>
        </p:blipFill>
        <p:spPr>
          <a:xfrm>
            <a:off x="5765500" y="1228775"/>
            <a:ext cx="2879775" cy="37560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the Number of Clusters</a:t>
            </a:r>
            <a:endParaRPr/>
          </a:p>
        </p:txBody>
      </p:sp>
      <p:sp>
        <p:nvSpPr>
          <p:cNvPr id="639" name="Google Shape;639;p56"/>
          <p:cNvSpPr txBox="1"/>
          <p:nvPr/>
        </p:nvSpPr>
        <p:spPr>
          <a:xfrm>
            <a:off x="785125" y="1228775"/>
            <a:ext cx="7704000" cy="4161600"/>
          </a:xfrm>
          <a:prstGeom prst="rect">
            <a:avLst/>
          </a:prstGeom>
          <a:no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None/>
            </a:pPr>
            <a:r>
              <a:rPr b="1" lang="en" sz="1600">
                <a:solidFill>
                  <a:schemeClr val="dk1"/>
                </a:solidFill>
                <a:latin typeface="Actor"/>
                <a:ea typeface="Actor"/>
                <a:cs typeface="Actor"/>
                <a:sym typeface="Actor"/>
              </a:rPr>
              <a:t>Silhouette Score:</a:t>
            </a:r>
            <a:endParaRPr b="1" sz="1600">
              <a:solidFill>
                <a:schemeClr val="dk1"/>
              </a:solidFill>
              <a:latin typeface="Actor"/>
              <a:ea typeface="Actor"/>
              <a:cs typeface="Actor"/>
              <a:sym typeface="Actor"/>
            </a:endParaRPr>
          </a:p>
          <a:p>
            <a:pPr indent="0" lvl="0" marL="0" marR="0" rtl="0" algn="l">
              <a:lnSpc>
                <a:spcPct val="115000"/>
              </a:lnSpc>
              <a:spcBef>
                <a:spcPts val="1200"/>
              </a:spcBef>
              <a:spcAft>
                <a:spcPts val="0"/>
              </a:spcAft>
              <a:buNone/>
            </a:pPr>
            <a:r>
              <a:rPr lang="en" sz="1600">
                <a:solidFill>
                  <a:schemeClr val="dk2"/>
                </a:solidFill>
                <a:latin typeface="Actor"/>
                <a:ea typeface="Actor"/>
                <a:cs typeface="Actor"/>
                <a:sym typeface="Actor"/>
              </a:rPr>
              <a:t>Used to measure how good the clustering is.</a:t>
            </a:r>
            <a:endParaRPr sz="1600">
              <a:solidFill>
                <a:schemeClr val="dk2"/>
              </a:solidFill>
              <a:latin typeface="Actor"/>
              <a:ea typeface="Actor"/>
              <a:cs typeface="Actor"/>
              <a:sym typeface="Actor"/>
            </a:endParaRPr>
          </a:p>
          <a:p>
            <a:pPr indent="0" lvl="0" marL="0" marR="0" rtl="0" algn="l">
              <a:lnSpc>
                <a:spcPct val="115000"/>
              </a:lnSpc>
              <a:spcBef>
                <a:spcPts val="1200"/>
              </a:spcBef>
              <a:spcAft>
                <a:spcPts val="0"/>
              </a:spcAft>
              <a:buNone/>
            </a:pPr>
            <a:r>
              <a:rPr lang="en" sz="1600">
                <a:solidFill>
                  <a:schemeClr val="dk2"/>
                </a:solidFill>
                <a:latin typeface="Actor"/>
                <a:ea typeface="Actor"/>
                <a:cs typeface="Actor"/>
                <a:sym typeface="Actor"/>
              </a:rPr>
              <a:t>Range:</a:t>
            </a:r>
            <a:endParaRPr sz="1600">
              <a:solidFill>
                <a:schemeClr val="dk2"/>
              </a:solidFill>
              <a:latin typeface="Actor"/>
              <a:ea typeface="Actor"/>
              <a:cs typeface="Actor"/>
              <a:sym typeface="Actor"/>
            </a:endParaRPr>
          </a:p>
          <a:p>
            <a:pPr indent="-330200" lvl="0" marL="457200" marR="0" rtl="0" algn="l">
              <a:lnSpc>
                <a:spcPct val="115000"/>
              </a:lnSpc>
              <a:spcBef>
                <a:spcPts val="1200"/>
              </a:spcBef>
              <a:spcAft>
                <a:spcPts val="0"/>
              </a:spcAft>
              <a:buClr>
                <a:schemeClr val="dk2"/>
              </a:buClr>
              <a:buSzPts val="1600"/>
              <a:buFont typeface="Actor"/>
              <a:buChar char="●"/>
            </a:pPr>
            <a:r>
              <a:rPr lang="en" sz="1600">
                <a:solidFill>
                  <a:schemeClr val="dk2"/>
                </a:solidFill>
                <a:latin typeface="Actor"/>
                <a:ea typeface="Actor"/>
                <a:cs typeface="Actor"/>
                <a:sym typeface="Actor"/>
              </a:rPr>
              <a:t>+1 → very good clustering (points well matched to their cluster)</a:t>
            </a:r>
            <a:endParaRPr sz="1600">
              <a:solidFill>
                <a:schemeClr val="dk2"/>
              </a:solidFill>
              <a:latin typeface="Actor"/>
              <a:ea typeface="Actor"/>
              <a:cs typeface="Actor"/>
              <a:sym typeface="Actor"/>
            </a:endParaRPr>
          </a:p>
          <a:p>
            <a:pPr indent="-330200" lvl="0" marL="457200" marR="0" rtl="0" algn="l">
              <a:lnSpc>
                <a:spcPct val="115000"/>
              </a:lnSpc>
              <a:spcBef>
                <a:spcPts val="0"/>
              </a:spcBef>
              <a:spcAft>
                <a:spcPts val="0"/>
              </a:spcAft>
              <a:buClr>
                <a:schemeClr val="dk2"/>
              </a:buClr>
              <a:buSzPts val="1600"/>
              <a:buFont typeface="Actor"/>
              <a:buChar char="●"/>
            </a:pPr>
            <a:r>
              <a:rPr lang="en" sz="1600">
                <a:solidFill>
                  <a:schemeClr val="dk2"/>
                </a:solidFill>
                <a:latin typeface="Actor"/>
                <a:ea typeface="Actor"/>
                <a:cs typeface="Actor"/>
                <a:sym typeface="Actor"/>
              </a:rPr>
              <a:t>0 → clusters overlap</a:t>
            </a:r>
            <a:endParaRPr sz="1600">
              <a:solidFill>
                <a:schemeClr val="dk2"/>
              </a:solidFill>
              <a:latin typeface="Actor"/>
              <a:ea typeface="Actor"/>
              <a:cs typeface="Actor"/>
              <a:sym typeface="Actor"/>
            </a:endParaRPr>
          </a:p>
          <a:p>
            <a:pPr indent="-330200" lvl="0" marL="457200" marR="0" rtl="0" algn="l">
              <a:lnSpc>
                <a:spcPct val="115000"/>
              </a:lnSpc>
              <a:spcBef>
                <a:spcPts val="0"/>
              </a:spcBef>
              <a:spcAft>
                <a:spcPts val="0"/>
              </a:spcAft>
              <a:buClr>
                <a:schemeClr val="dk2"/>
              </a:buClr>
              <a:buSzPts val="1600"/>
              <a:buFont typeface="Actor"/>
              <a:buChar char="●"/>
            </a:pPr>
            <a:r>
              <a:rPr lang="en" sz="1600">
                <a:solidFill>
                  <a:schemeClr val="dk2"/>
                </a:solidFill>
                <a:latin typeface="Actor"/>
                <a:ea typeface="Actor"/>
                <a:cs typeface="Actor"/>
                <a:sym typeface="Actor"/>
              </a:rPr>
              <a:t>-1 → points probably in wrong cluster</a:t>
            </a:r>
            <a:endParaRPr sz="1600">
              <a:solidFill>
                <a:schemeClr val="dk2"/>
              </a:solidFill>
              <a:latin typeface="Actor"/>
              <a:ea typeface="Actor"/>
              <a:cs typeface="Actor"/>
              <a:sym typeface="Actor"/>
            </a:endParaRPr>
          </a:p>
          <a:p>
            <a:pPr indent="0" lvl="0" marL="0" marR="0" rtl="0" algn="l">
              <a:lnSpc>
                <a:spcPct val="115000"/>
              </a:lnSpc>
              <a:spcBef>
                <a:spcPts val="1200"/>
              </a:spcBef>
              <a:spcAft>
                <a:spcPts val="0"/>
              </a:spcAft>
              <a:buNone/>
            </a:pPr>
            <a:r>
              <a:rPr b="1" lang="en" sz="1600">
                <a:solidFill>
                  <a:schemeClr val="dk2"/>
                </a:solidFill>
                <a:latin typeface="Actor"/>
                <a:ea typeface="Actor"/>
                <a:cs typeface="Actor"/>
                <a:sym typeface="Actor"/>
              </a:rPr>
              <a:t>And the Silhouette score of 0.42 means that clustering is reasonable but not perfect. </a:t>
            </a:r>
            <a:endParaRPr b="1" sz="1600">
              <a:solidFill>
                <a:schemeClr val="dk2"/>
              </a:solidFill>
              <a:latin typeface="Actor"/>
              <a:ea typeface="Actor"/>
              <a:cs typeface="Actor"/>
              <a:sym typeface="Actor"/>
            </a:endParaRPr>
          </a:p>
          <a:p>
            <a:pPr indent="0" lvl="0" marL="457200" marR="0" rtl="0" algn="l">
              <a:lnSpc>
                <a:spcPct val="115000"/>
              </a:lnSpc>
              <a:spcBef>
                <a:spcPts val="1200"/>
              </a:spcBef>
              <a:spcAft>
                <a:spcPts val="0"/>
              </a:spcAft>
              <a:buNone/>
            </a:pPr>
            <a:r>
              <a:t/>
            </a:r>
            <a:endParaRPr sz="1600"/>
          </a:p>
          <a:p>
            <a:pPr indent="0" lvl="0" marL="0" marR="0" rtl="0" algn="l">
              <a:lnSpc>
                <a:spcPct val="115000"/>
              </a:lnSpc>
              <a:spcBef>
                <a:spcPts val="1200"/>
              </a:spcBef>
              <a:spcAft>
                <a:spcPts val="0"/>
              </a:spcAft>
              <a:buNone/>
            </a:pPr>
            <a:r>
              <a:t/>
            </a:r>
            <a:endParaRPr b="1" sz="1600">
              <a:solidFill>
                <a:schemeClr val="dk1"/>
              </a:solidFill>
              <a:latin typeface="Actor"/>
              <a:ea typeface="Actor"/>
              <a:cs typeface="Actor"/>
              <a:sym typeface="Actor"/>
            </a:endParaRPr>
          </a:p>
          <a:p>
            <a:pPr indent="0" lvl="0" marL="0" rtl="0" algn="l">
              <a:lnSpc>
                <a:spcPct val="115000"/>
              </a:lnSpc>
              <a:spcBef>
                <a:spcPts val="1200"/>
              </a:spcBef>
              <a:spcAft>
                <a:spcPts val="0"/>
              </a:spcAft>
              <a:buNone/>
            </a:pPr>
            <a:r>
              <a:t/>
            </a:r>
            <a:endParaRPr b="1" sz="1600">
              <a:solidFill>
                <a:schemeClr val="dk1"/>
              </a:solidFill>
              <a:latin typeface="Actor"/>
              <a:ea typeface="Actor"/>
              <a:cs typeface="Actor"/>
              <a:sym typeface="Actor"/>
            </a:endParaRPr>
          </a:p>
          <a:p>
            <a:pPr indent="0" lvl="0" marL="0" rtl="0" algn="l">
              <a:spcBef>
                <a:spcPts val="1200"/>
              </a:spcBef>
              <a:spcAft>
                <a:spcPts val="0"/>
              </a:spcAft>
              <a:buNone/>
            </a:pPr>
            <a:r>
              <a:t/>
            </a:r>
            <a:endParaRPr sz="1600">
              <a:solidFill>
                <a:schemeClr val="dk2"/>
              </a:solidFill>
              <a:latin typeface="Actor"/>
              <a:ea typeface="Actor"/>
              <a:cs typeface="Actor"/>
              <a:sym typeface="Actor"/>
            </a:endParaRPr>
          </a:p>
        </p:txBody>
      </p:sp>
      <p:pic>
        <p:nvPicPr>
          <p:cNvPr id="640" name="Google Shape;640;p56"/>
          <p:cNvPicPr preferRelativeResize="0"/>
          <p:nvPr/>
        </p:nvPicPr>
        <p:blipFill>
          <a:blip r:embed="rId3">
            <a:alphaModFix/>
          </a:blip>
          <a:stretch>
            <a:fillRect/>
          </a:stretch>
        </p:blipFill>
        <p:spPr>
          <a:xfrm>
            <a:off x="2061075" y="4404975"/>
            <a:ext cx="5021849" cy="4042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Clustering Method</a:t>
            </a:r>
            <a:endParaRPr/>
          </a:p>
        </p:txBody>
      </p:sp>
      <p:pic>
        <p:nvPicPr>
          <p:cNvPr id="646" name="Google Shape;646;p57"/>
          <p:cNvPicPr preferRelativeResize="0"/>
          <p:nvPr/>
        </p:nvPicPr>
        <p:blipFill>
          <a:blip r:embed="rId3">
            <a:alphaModFix/>
          </a:blip>
          <a:stretch>
            <a:fillRect/>
          </a:stretch>
        </p:blipFill>
        <p:spPr>
          <a:xfrm>
            <a:off x="4254000" y="1170125"/>
            <a:ext cx="4142875" cy="3820975"/>
          </a:xfrm>
          <a:prstGeom prst="rect">
            <a:avLst/>
          </a:prstGeom>
          <a:noFill/>
          <a:ln>
            <a:noFill/>
          </a:ln>
        </p:spPr>
      </p:pic>
      <p:sp>
        <p:nvSpPr>
          <p:cNvPr id="647" name="Google Shape;647;p57"/>
          <p:cNvSpPr txBox="1"/>
          <p:nvPr/>
        </p:nvSpPr>
        <p:spPr>
          <a:xfrm>
            <a:off x="720000" y="1458750"/>
            <a:ext cx="3534000" cy="303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None/>
            </a:pPr>
            <a:r>
              <a:rPr lang="en">
                <a:solidFill>
                  <a:schemeClr val="dk2"/>
                </a:solidFill>
                <a:latin typeface="Actor"/>
                <a:ea typeface="Actor"/>
                <a:cs typeface="Actor"/>
                <a:sym typeface="Actor"/>
              </a:rPr>
              <a:t>This plot shows the result of K-means clustering applied to data after PCA reduction.</a:t>
            </a:r>
            <a:endParaRPr>
              <a:solidFill>
                <a:schemeClr val="dk2"/>
              </a:solidFill>
              <a:latin typeface="Actor"/>
              <a:ea typeface="Actor"/>
              <a:cs typeface="Actor"/>
              <a:sym typeface="Actor"/>
            </a:endParaRPr>
          </a:p>
          <a:p>
            <a:pPr indent="0" lvl="0" marL="0" marR="0" rtl="0" algn="l">
              <a:lnSpc>
                <a:spcPct val="115000"/>
              </a:lnSpc>
              <a:spcBef>
                <a:spcPts val="1200"/>
              </a:spcBef>
              <a:spcAft>
                <a:spcPts val="0"/>
              </a:spcAft>
              <a:buNone/>
            </a:pPr>
            <a:r>
              <a:rPr lang="en">
                <a:solidFill>
                  <a:schemeClr val="dk2"/>
                </a:solidFill>
                <a:latin typeface="Actor"/>
                <a:ea typeface="Actor"/>
                <a:cs typeface="Actor"/>
                <a:sym typeface="Actor"/>
              </a:rPr>
              <a:t>Each point represents a data sample projected onto the first two principal components (PC1 and PC2), and colors indicate the five clusters found by the model.</a:t>
            </a:r>
            <a:endParaRPr>
              <a:solidFill>
                <a:schemeClr val="dk2"/>
              </a:solidFill>
              <a:latin typeface="Actor"/>
              <a:ea typeface="Actor"/>
              <a:cs typeface="Actor"/>
              <a:sym typeface="Actor"/>
            </a:endParaRPr>
          </a:p>
          <a:p>
            <a:pPr indent="0" lvl="0" marL="0" marR="0" rtl="0" algn="l">
              <a:lnSpc>
                <a:spcPct val="115000"/>
              </a:lnSpc>
              <a:spcBef>
                <a:spcPts val="1200"/>
              </a:spcBef>
              <a:spcAft>
                <a:spcPts val="1200"/>
              </a:spcAft>
              <a:buNone/>
            </a:pPr>
            <a:r>
              <a:rPr lang="en">
                <a:solidFill>
                  <a:schemeClr val="dk2"/>
                </a:solidFill>
                <a:latin typeface="Actor"/>
                <a:ea typeface="Actor"/>
                <a:cs typeface="Actor"/>
                <a:sym typeface="Actor"/>
              </a:rPr>
              <a:t>The clusters are mostly well separated, showing that K-means was able to group similar data points, although some overlap exists, which explains the moderate silhouette score.</a:t>
            </a:r>
            <a:endParaRPr b="1">
              <a:solidFill>
                <a:schemeClr val="dk2"/>
              </a:solidFill>
              <a:latin typeface="Actor"/>
              <a:ea typeface="Actor"/>
              <a:cs typeface="Actor"/>
              <a:sym typeface="Acto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653" name="Google Shape;653;p58"/>
          <p:cNvSpPr txBox="1"/>
          <p:nvPr>
            <p:ph idx="2" type="subTitle"/>
          </p:nvPr>
        </p:nvSpPr>
        <p:spPr>
          <a:xfrm>
            <a:off x="714950" y="2302350"/>
            <a:ext cx="2165400" cy="197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600"/>
              <a:t>Exploratory analysis provided strong insights</a:t>
            </a:r>
            <a:br>
              <a:rPr b="1" lang="en" sz="1600"/>
            </a:br>
            <a:endParaRPr b="1" sz="1600"/>
          </a:p>
          <a:p>
            <a:pPr indent="0" lvl="0" marL="0" rtl="0" algn="ctr">
              <a:spcBef>
                <a:spcPts val="0"/>
              </a:spcBef>
              <a:spcAft>
                <a:spcPts val="0"/>
              </a:spcAft>
              <a:buNone/>
            </a:pPr>
            <a:r>
              <a:t/>
            </a:r>
            <a:endParaRPr sz="1600"/>
          </a:p>
        </p:txBody>
      </p:sp>
      <p:sp>
        <p:nvSpPr>
          <p:cNvPr id="654" name="Google Shape;654;p58"/>
          <p:cNvSpPr txBox="1"/>
          <p:nvPr>
            <p:ph idx="3" type="subTitle"/>
          </p:nvPr>
        </p:nvSpPr>
        <p:spPr>
          <a:xfrm>
            <a:off x="3397075" y="2302350"/>
            <a:ext cx="2159700" cy="197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600"/>
              <a:t>Clear patterns exist between client behavior and subscription</a:t>
            </a:r>
            <a:br>
              <a:rPr b="1" lang="en" sz="1600"/>
            </a:br>
            <a:endParaRPr b="1" sz="1600"/>
          </a:p>
          <a:p>
            <a:pPr indent="0" lvl="0" marL="0" rtl="0" algn="ctr">
              <a:spcBef>
                <a:spcPts val="0"/>
              </a:spcBef>
              <a:spcAft>
                <a:spcPts val="0"/>
              </a:spcAft>
              <a:buNone/>
            </a:pPr>
            <a:r>
              <a:t/>
            </a:r>
            <a:endParaRPr sz="1600"/>
          </a:p>
        </p:txBody>
      </p:sp>
      <p:sp>
        <p:nvSpPr>
          <p:cNvPr id="655" name="Google Shape;655;p58"/>
          <p:cNvSpPr txBox="1"/>
          <p:nvPr>
            <p:ph idx="4" type="subTitle"/>
          </p:nvPr>
        </p:nvSpPr>
        <p:spPr>
          <a:xfrm>
            <a:off x="6263625" y="2302350"/>
            <a:ext cx="2165400" cy="1978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600"/>
              <a:t>Results can support marketing strategy optimization</a:t>
            </a:r>
            <a:br>
              <a:rPr lang="en" sz="1600"/>
            </a:br>
            <a:endParaRPr sz="1600"/>
          </a:p>
          <a:p>
            <a:pPr indent="0" lvl="0" marL="0" rtl="0" algn="ctr">
              <a:spcBef>
                <a:spcPts val="1200"/>
              </a:spcBef>
              <a:spcAft>
                <a:spcPts val="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Artificial Intelligence in Finance Newsletter by Slidesgo">
  <a:themeElements>
    <a:clrScheme name="Simple Light">
      <a:dk1>
        <a:srgbClr val="4576E0"/>
      </a:dk1>
      <a:lt1>
        <a:srgbClr val="FFFFFF"/>
      </a:lt1>
      <a:dk2>
        <a:srgbClr val="132C58"/>
      </a:dk2>
      <a:lt2>
        <a:srgbClr val="DCE6FC"/>
      </a:lt2>
      <a:accent1>
        <a:srgbClr val="F3B701"/>
      </a:accent1>
      <a:accent2>
        <a:srgbClr val="FFFFFF"/>
      </a:accent2>
      <a:accent3>
        <a:srgbClr val="FFFFFF"/>
      </a:accent3>
      <a:accent4>
        <a:srgbClr val="FFFFFF"/>
      </a:accent4>
      <a:accent5>
        <a:srgbClr val="FFFFFF"/>
      </a:accent5>
      <a:accent6>
        <a:srgbClr val="FFFFFF"/>
      </a:accent6>
      <a:hlink>
        <a:srgbClr val="132C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